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D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7B14"/>
          </a:solidFill>
          <a:ln w="12700">
            <a:solidFill>
              <a:srgbClr val="C97B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8321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C1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Von EEG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2C1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zum ERP-Bild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94360" y="4069080"/>
            <a:ext cx="6858000" cy="82296"/>
          </a:xfrm>
          <a:prstGeom prst="rect">
            <a:avLst/>
          </a:prstGeom>
          <a:solidFill>
            <a:srgbClr val="C97B14"/>
          </a:solidFill>
          <a:ln w="12700">
            <a:solidFill>
              <a:srgbClr val="C97B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06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7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visuelle Einführung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kommt das EEG-Signal her?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2C1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783080"/>
            <a:ext cx="1737360" cy="1737360"/>
          </a:xfrm>
          <a:prstGeom prst="ellipse">
            <a:avLst/>
          </a:prstGeom>
          <a:solidFill>
            <a:srgbClr val="F5D2C8"/>
          </a:solidFill>
          <a:ln w="38100">
            <a:solidFill>
              <a:srgbClr val="B84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420624" cy="420624"/>
          </a:xfrm>
          <a:prstGeom prst="ellipse">
            <a:avLst/>
          </a:prstGeom>
          <a:solidFill>
            <a:srgbClr val="F5D2C8"/>
          </a:solidFill>
          <a:ln w="25400">
            <a:solidFill>
              <a:srgbClr val="B84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1691640"/>
            <a:ext cx="420624" cy="420624"/>
          </a:xfrm>
          <a:prstGeom prst="ellipse">
            <a:avLst/>
          </a:prstGeom>
          <a:solidFill>
            <a:srgbClr val="F5D2C8"/>
          </a:solidFill>
          <a:ln w="25400">
            <a:solidFill>
              <a:srgbClr val="B84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7048" y="1755648"/>
            <a:ext cx="420624" cy="420624"/>
          </a:xfrm>
          <a:prstGeom prst="ellipse">
            <a:avLst/>
          </a:prstGeom>
          <a:solidFill>
            <a:srgbClr val="F5D2C8"/>
          </a:solidFill>
          <a:ln w="25400">
            <a:solidFill>
              <a:srgbClr val="B848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1368" y="2029968"/>
            <a:ext cx="420624" cy="420624"/>
          </a:xfrm>
          <a:prstGeom prst="ellipse">
            <a:avLst/>
          </a:prstGeom>
          <a:solidFill>
            <a:srgbClr val="F5D2C8"/>
          </a:solidFill>
          <a:ln w="25400">
            <a:solidFill>
              <a:srgbClr val="B84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630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4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87168" y="2651760"/>
            <a:ext cx="502920" cy="0"/>
          </a:xfrm>
          <a:prstGeom prst="line">
            <a:avLst/>
          </a:prstGeom>
          <a:noFill/>
          <a:ln w="38100">
            <a:solidFill>
              <a:srgbClr val="2C1A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2944368" y="2542032"/>
            <a:ext cx="201168" cy="219456"/>
          </a:xfrm>
          <a:prstGeom prst="rtTriangle">
            <a:avLst/>
          </a:prstGeom>
          <a:solidFill>
            <a:srgbClr val="2C1A00"/>
          </a:solidFill>
          <a:ln w="12700">
            <a:solidFill>
              <a:srgbClr val="2C1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58768" y="1645920"/>
            <a:ext cx="1426464" cy="2011680"/>
          </a:xfrm>
          <a:prstGeom prst="ellipse">
            <a:avLst/>
          </a:prstGeom>
          <a:solidFill>
            <a:srgbClr val="FAEAC7"/>
          </a:solidFill>
          <a:ln w="38100">
            <a:solidFill>
              <a:srgbClr val="C97B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2468880"/>
            <a:ext cx="228600" cy="365760"/>
          </a:xfrm>
          <a:prstGeom prst="ellipse">
            <a:avLst/>
          </a:prstGeom>
          <a:solidFill>
            <a:srgbClr val="FAEAC7"/>
          </a:solidFill>
          <a:ln w="25400">
            <a:solidFill>
              <a:srgbClr val="C97B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21224" y="2468880"/>
            <a:ext cx="228600" cy="365760"/>
          </a:xfrm>
          <a:prstGeom prst="ellipse">
            <a:avLst/>
          </a:prstGeom>
          <a:solidFill>
            <a:srgbClr val="FAEAC7"/>
          </a:solidFill>
          <a:ln w="25400">
            <a:solidFill>
              <a:srgbClr val="C97B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737360"/>
            <a:ext cx="182880" cy="182880"/>
          </a:xfrm>
          <a:prstGeom prst="ellipse">
            <a:avLst/>
          </a:prstGeom>
          <a:solidFill>
            <a:srgbClr val="B84830"/>
          </a:solidFill>
          <a:ln w="19050">
            <a:solidFill>
              <a:srgbClr val="2C1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4572000" y="1536192"/>
            <a:ext cx="9144" cy="201168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2148840"/>
            <a:ext cx="182880" cy="182880"/>
          </a:xfrm>
          <a:prstGeom prst="ellipse">
            <a:avLst/>
          </a:prstGeom>
          <a:solidFill>
            <a:srgbClr val="B84830"/>
          </a:solidFill>
          <a:ln w="19050">
            <a:solidFill>
              <a:srgbClr val="2C1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4160520" y="1947672"/>
            <a:ext cx="9144" cy="201168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148840"/>
            <a:ext cx="182880" cy="182880"/>
          </a:xfrm>
          <a:prstGeom prst="ellipse">
            <a:avLst/>
          </a:prstGeom>
          <a:solidFill>
            <a:srgbClr val="B84830"/>
          </a:solidFill>
          <a:ln w="19050">
            <a:solidFill>
              <a:srgbClr val="2C1A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4983480" y="1947672"/>
            <a:ext cx="9144" cy="201168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2651760"/>
            <a:ext cx="182880" cy="182880"/>
          </a:xfrm>
          <a:prstGeom prst="ellipse">
            <a:avLst/>
          </a:prstGeom>
          <a:solidFill>
            <a:srgbClr val="B84830"/>
          </a:solidFill>
          <a:ln w="19050">
            <a:solidFill>
              <a:srgbClr val="2C1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069080" y="2450592"/>
            <a:ext cx="9144" cy="201168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651760"/>
            <a:ext cx="182880" cy="182880"/>
          </a:xfrm>
          <a:prstGeom prst="ellipse">
            <a:avLst/>
          </a:prstGeom>
          <a:solidFill>
            <a:srgbClr val="B84830"/>
          </a:solidFill>
          <a:ln w="19050">
            <a:solidFill>
              <a:srgbClr val="2C1A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074920" y="2450592"/>
            <a:ext cx="9144" cy="201168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108960"/>
            <a:ext cx="182880" cy="182880"/>
          </a:xfrm>
          <a:prstGeom prst="ellipse">
            <a:avLst/>
          </a:prstGeom>
          <a:solidFill>
            <a:srgbClr val="B84830"/>
          </a:solidFill>
          <a:ln w="19050">
            <a:solidFill>
              <a:srgbClr val="2C1A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572000" y="2907792"/>
            <a:ext cx="9144" cy="201168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3630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Elektroden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0332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2651760"/>
            <a:ext cx="502920" cy="0"/>
          </a:xfrm>
          <a:prstGeom prst="line">
            <a:avLst/>
          </a:prstGeom>
          <a:noFill/>
          <a:ln w="38100">
            <a:solidFill>
              <a:srgbClr val="2C1A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6053328" y="2542032"/>
            <a:ext cx="201168" cy="219456"/>
          </a:xfrm>
          <a:prstGeom prst="rtTriangle">
            <a:avLst/>
          </a:prstGeom>
          <a:solidFill>
            <a:srgbClr val="2C1A00"/>
          </a:solidFill>
          <a:ln w="12700">
            <a:solidFill>
              <a:srgbClr val="2C1A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1920240"/>
            <a:ext cx="2560320" cy="1463040"/>
          </a:xfrm>
          <a:prstGeom prst="rect">
            <a:avLst/>
          </a:prstGeom>
          <a:solidFill>
            <a:srgbClr val="CBE8F2"/>
          </a:solidFill>
          <a:ln w="31750">
            <a:solidFill>
              <a:srgbClr val="1278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400800" y="2359152"/>
            <a:ext cx="228600" cy="292608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2359152"/>
            <a:ext cx="228600" cy="640080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6858000" y="2240280"/>
            <a:ext cx="228600" cy="758952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2240280"/>
            <a:ext cx="228600" cy="795528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315200" y="2395728"/>
            <a:ext cx="228600" cy="640080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2395728"/>
            <a:ext cx="228600" cy="438912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772400" y="2487168"/>
            <a:ext cx="228600" cy="347472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2487168"/>
            <a:ext cx="228600" cy="256032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229600" y="2578608"/>
            <a:ext cx="228600" cy="164592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2578608"/>
            <a:ext cx="228600" cy="73152"/>
          </a:xfrm>
          <a:prstGeom prst="line">
            <a:avLst/>
          </a:prstGeom>
          <a:noFill/>
          <a:ln w="35560">
            <a:solidFill>
              <a:srgbClr val="1278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 Signal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0936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Aktivität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 — und die Lösung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2C1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1508760"/>
            <a:ext cx="274320" cy="0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234440" y="1344168"/>
            <a:ext cx="228600" cy="164592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344168"/>
            <a:ext cx="201168" cy="256032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664208" y="1399032"/>
            <a:ext cx="164592" cy="201168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399032"/>
            <a:ext cx="201168" cy="292608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029968" y="1554480"/>
            <a:ext cx="164592" cy="137160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554480"/>
            <a:ext cx="182880" cy="109728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377440" y="1572768"/>
            <a:ext cx="182880" cy="91440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572768"/>
            <a:ext cx="182880" cy="45720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743200" y="1545336"/>
            <a:ext cx="164592" cy="73152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792" y="1545336"/>
            <a:ext cx="182880" cy="0"/>
          </a:xfrm>
          <a:prstGeom prst="line">
            <a:avLst/>
          </a:prstGeom>
          <a:noFill/>
          <a:ln w="25400">
            <a:solidFill>
              <a:srgbClr val="B84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65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7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2103120"/>
            <a:ext cx="274320" cy="0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2103120"/>
            <a:ext cx="182880" cy="201168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417320" y="2048256"/>
            <a:ext cx="201168" cy="256032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18488" y="2048256"/>
            <a:ext cx="182880" cy="164592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801368" y="1984248"/>
            <a:ext cx="164592" cy="228600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1984248"/>
            <a:ext cx="182880" cy="182880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148840" y="2075688"/>
            <a:ext cx="182880" cy="91440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2075688"/>
            <a:ext cx="164592" cy="137160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496312" y="2103120"/>
            <a:ext cx="182880" cy="109728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9192" y="2103120"/>
            <a:ext cx="182880" cy="73152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62072" y="2176272"/>
            <a:ext cx="182880" cy="0"/>
          </a:xfrm>
          <a:prstGeom prst="line">
            <a:avLst/>
          </a:prstGeom>
          <a:noFill/>
          <a:ln w="25400">
            <a:solidFill>
              <a:srgbClr val="C97B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D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" y="2697480"/>
            <a:ext cx="274320" cy="0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234440" y="2587752"/>
            <a:ext cx="201168" cy="109728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2587752"/>
            <a:ext cx="164592" cy="292608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600200" y="2560320"/>
            <a:ext cx="201168" cy="320040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01368" y="2560320"/>
            <a:ext cx="182880" cy="256032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984248" y="2651760"/>
            <a:ext cx="182880" cy="164592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67128" y="2651760"/>
            <a:ext cx="164592" cy="137160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331720" y="2606040"/>
            <a:ext cx="201168" cy="182880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2888" y="2606040"/>
            <a:ext cx="164592" cy="91440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2697480" y="2651760"/>
            <a:ext cx="182880" cy="45720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2651760"/>
            <a:ext cx="182880" cy="0"/>
          </a:xfrm>
          <a:prstGeom prst="line">
            <a:avLst/>
          </a:prstGeom>
          <a:noFill/>
          <a:ln w="25400">
            <a:solidFill>
              <a:srgbClr val="4A7D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154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60120" y="3291840"/>
            <a:ext cx="274320" cy="0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34440" y="3291840"/>
            <a:ext cx="164592" cy="228600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399032" y="3246120"/>
            <a:ext cx="201168" cy="274320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0200" y="3246120"/>
            <a:ext cx="182880" cy="201168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783080" y="3282696"/>
            <a:ext cx="201168" cy="164592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84248" y="3282696"/>
            <a:ext cx="164592" cy="256032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2148840" y="3401568"/>
            <a:ext cx="182880" cy="137160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31720" y="3401568"/>
            <a:ext cx="182880" cy="91440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514600" y="3291840"/>
            <a:ext cx="201168" cy="201168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15768" y="3291840"/>
            <a:ext cx="182880" cy="109728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98648" y="3401568"/>
            <a:ext cx="182880" cy="0"/>
          </a:xfrm>
          <a:prstGeom prst="line">
            <a:avLst/>
          </a:prstGeom>
          <a:noFill/>
          <a:ln w="25400">
            <a:solidFill>
              <a:srgbClr val="1278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74720" y="1417320"/>
            <a:ext cx="9144" cy="2148840"/>
          </a:xfrm>
          <a:prstGeom prst="line">
            <a:avLst/>
          </a:prstGeom>
          <a:noFill/>
          <a:ln w="25400">
            <a:solidFill>
              <a:srgbClr val="2C1A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0" y="2487168"/>
            <a:ext cx="365760" cy="0"/>
          </a:xfrm>
          <a:prstGeom prst="line">
            <a:avLst/>
          </a:prstGeom>
          <a:noFill/>
          <a:ln w="25400">
            <a:solidFill>
              <a:srgbClr val="2C1A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8620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mitteln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3886200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1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÷ n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029200" y="2487168"/>
            <a:ext cx="502920" cy="0"/>
          </a:xfrm>
          <a:prstGeom prst="line">
            <a:avLst/>
          </a:prstGeom>
          <a:noFill/>
          <a:ln w="38100">
            <a:solidFill>
              <a:srgbClr val="2C1A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5486400" y="2377440"/>
            <a:ext cx="201168" cy="219456"/>
          </a:xfrm>
          <a:prstGeom prst="rtTriangle">
            <a:avLst/>
          </a:prstGeom>
          <a:solidFill>
            <a:srgbClr val="2C1A00"/>
          </a:solidFill>
          <a:ln w="12700">
            <a:solidFill>
              <a:srgbClr val="2C1A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D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ERP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5303520" y="3337560"/>
            <a:ext cx="3520440" cy="0"/>
          </a:xfrm>
          <a:prstGeom prst="line">
            <a:avLst/>
          </a:prstGeom>
          <a:noFill/>
          <a:ln w="19050">
            <a:solidFill>
              <a:srgbClr val="2C1A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94960" y="3337560"/>
            <a:ext cx="320040" cy="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5715000" y="3218688"/>
            <a:ext cx="155448" cy="118872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5870448" y="3017520"/>
            <a:ext cx="146304" cy="201168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016752" y="2834640"/>
            <a:ext cx="128016" cy="18288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144768" y="2697480"/>
            <a:ext cx="118872" cy="13716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63640" y="2697480"/>
            <a:ext cx="118872" cy="13716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82512" y="2834640"/>
            <a:ext cx="155448" cy="27432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37960" y="3108960"/>
            <a:ext cx="182880" cy="201168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20840" y="3310128"/>
            <a:ext cx="274320" cy="27432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6995160" y="3246120"/>
            <a:ext cx="228600" cy="9144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7223760" y="2999232"/>
            <a:ext cx="182880" cy="246888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7406640" y="2670048"/>
            <a:ext cx="182880" cy="329184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7589520" y="2359152"/>
            <a:ext cx="137160" cy="310896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26680" y="2359152"/>
            <a:ext cx="137160" cy="310896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63840" y="2670048"/>
            <a:ext cx="182880" cy="329184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46720" y="2999232"/>
            <a:ext cx="182880" cy="246888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29600" y="3246120"/>
            <a:ext cx="274320" cy="9144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03920" y="3337560"/>
            <a:ext cx="228600" cy="0"/>
          </a:xfrm>
          <a:prstGeom prst="line">
            <a:avLst/>
          </a:prstGeom>
          <a:noFill/>
          <a:ln w="40640">
            <a:solidFill>
              <a:srgbClr val="4A7D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6263640" y="2450592"/>
            <a:ext cx="9144" cy="246888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16752" y="2176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D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 flipV="1">
            <a:off x="7726680" y="2057400"/>
            <a:ext cx="9144" cy="301752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79792" y="1755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D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539496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ERP zum ERP-Bild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2C1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103120" cy="1645920"/>
          </a:xfrm>
          <a:prstGeom prst="rect">
            <a:avLst/>
          </a:prstGeom>
          <a:solidFill>
            <a:srgbClr val="F5D2C8"/>
          </a:solidFill>
          <a:ln w="25400">
            <a:solidFill>
              <a:srgbClr val="B84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4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Trial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304288"/>
            <a:ext cx="274320" cy="0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40080" y="2075688"/>
            <a:ext cx="182880" cy="228600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75688"/>
            <a:ext cx="182880" cy="411480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487168"/>
            <a:ext cx="182880" cy="164592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88720" y="2331720"/>
            <a:ext cx="228600" cy="320040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417320" y="2304288"/>
            <a:ext cx="228600" cy="27432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645920" y="2075688"/>
            <a:ext cx="182880" cy="228600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075688"/>
            <a:ext cx="182880" cy="320040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011680" y="2304288"/>
            <a:ext cx="182880" cy="91440"/>
          </a:xfrm>
          <a:prstGeom prst="line">
            <a:avLst/>
          </a:prstGeom>
          <a:noFill/>
          <a:ln w="31750">
            <a:solidFill>
              <a:srgbClr val="B848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61488"/>
            <a:ext cx="1828800" cy="0"/>
          </a:xfrm>
          <a:prstGeom prst="line">
            <a:avLst/>
          </a:prstGeom>
          <a:noFill/>
          <a:ln w="12700">
            <a:solidFill>
              <a:srgbClr val="B84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 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1874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viele Trials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87168" y="2240280"/>
            <a:ext cx="502920" cy="0"/>
          </a:xfrm>
          <a:prstGeom prst="line">
            <a:avLst/>
          </a:prstGeom>
          <a:noFill/>
          <a:ln w="38100">
            <a:solidFill>
              <a:srgbClr val="2C1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2944368" y="2130552"/>
            <a:ext cx="201168" cy="219456"/>
          </a:xfrm>
          <a:prstGeom prst="rtTriangle">
            <a:avLst/>
          </a:prstGeom>
          <a:solidFill>
            <a:srgbClr val="2C1A00"/>
          </a:solidFill>
          <a:ln w="12700">
            <a:solidFill>
              <a:srgbClr val="2C1A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1005840"/>
            <a:ext cx="22860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7B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749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Trials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56432" y="1148715"/>
            <a:ext cx="348691" cy="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805123" y="1062990"/>
            <a:ext cx="126797" cy="8572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1062990"/>
            <a:ext cx="126797" cy="20002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058717" y="1257300"/>
            <a:ext cx="126797" cy="571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185514" y="1143000"/>
            <a:ext cx="142646" cy="11430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328160" y="1114425"/>
            <a:ext cx="158496" cy="2857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6656" y="1114425"/>
            <a:ext cx="206045" cy="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692701" y="1034415"/>
            <a:ext cx="158496" cy="8001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1197" y="1034415"/>
            <a:ext cx="190195" cy="157163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041392" y="1148715"/>
            <a:ext cx="237744" cy="42863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79136" y="1148715"/>
            <a:ext cx="316992" cy="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1434465"/>
            <a:ext cx="348691" cy="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3805123" y="1348740"/>
            <a:ext cx="126797" cy="8572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0" y="1348740"/>
            <a:ext cx="126797" cy="20002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58717" y="1548765"/>
            <a:ext cx="126797" cy="2857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185514" y="1463040"/>
            <a:ext cx="142646" cy="11430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328160" y="1434465"/>
            <a:ext cx="158496" cy="2857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6656" y="1434465"/>
            <a:ext cx="206045" cy="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692701" y="1320165"/>
            <a:ext cx="158496" cy="11430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51197" y="1320165"/>
            <a:ext cx="190195" cy="157163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041392" y="1434465"/>
            <a:ext cx="237744" cy="42863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9136" y="1434465"/>
            <a:ext cx="316992" cy="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56432" y="1720215"/>
            <a:ext cx="348691" cy="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805123" y="1634490"/>
            <a:ext cx="126797" cy="8572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31920" y="1634490"/>
            <a:ext cx="126797" cy="20002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58717" y="1834515"/>
            <a:ext cx="126797" cy="6286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4185514" y="1783080"/>
            <a:ext cx="142646" cy="11430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4328160" y="1754505"/>
            <a:ext cx="158496" cy="2857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86656" y="1754505"/>
            <a:ext cx="206045" cy="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692701" y="1605915"/>
            <a:ext cx="158496" cy="14859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51197" y="1605915"/>
            <a:ext cx="190195" cy="157163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041392" y="1720215"/>
            <a:ext cx="237744" cy="42863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79136" y="1720215"/>
            <a:ext cx="316992" cy="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56432" y="2005965"/>
            <a:ext cx="348691" cy="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805123" y="1920240"/>
            <a:ext cx="126797" cy="8572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31920" y="1920240"/>
            <a:ext cx="126797" cy="20002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058717" y="2114550"/>
            <a:ext cx="126797" cy="571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185514" y="2000250"/>
            <a:ext cx="142646" cy="11430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328160" y="1971675"/>
            <a:ext cx="158496" cy="2857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6656" y="1971675"/>
            <a:ext cx="206045" cy="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692701" y="1891665"/>
            <a:ext cx="158496" cy="8001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51197" y="1891665"/>
            <a:ext cx="190195" cy="157163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5041392" y="2005965"/>
            <a:ext cx="237744" cy="42863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79136" y="2005965"/>
            <a:ext cx="316992" cy="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56432" y="2291715"/>
            <a:ext cx="348691" cy="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3805123" y="2205990"/>
            <a:ext cx="126797" cy="8572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31920" y="2205990"/>
            <a:ext cx="126797" cy="20002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58717" y="2406015"/>
            <a:ext cx="126797" cy="2857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4185514" y="2320290"/>
            <a:ext cx="142646" cy="11430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4328160" y="2291715"/>
            <a:ext cx="158496" cy="28575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86656" y="2291715"/>
            <a:ext cx="206045" cy="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4692701" y="2177415"/>
            <a:ext cx="158496" cy="11430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51197" y="2177415"/>
            <a:ext cx="190195" cy="157163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5041392" y="2291715"/>
            <a:ext cx="237744" cy="42863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79136" y="2291715"/>
            <a:ext cx="316992" cy="0"/>
          </a:xfrm>
          <a:prstGeom prst="line">
            <a:avLst/>
          </a:prstGeom>
          <a:noFill/>
          <a:ln w="19050">
            <a:solidFill>
              <a:srgbClr val="B848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56432" y="2577465"/>
            <a:ext cx="348691" cy="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3805123" y="2491740"/>
            <a:ext cx="126797" cy="8572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31920" y="2491740"/>
            <a:ext cx="126797" cy="20002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58717" y="2691765"/>
            <a:ext cx="126797" cy="6286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4185514" y="2640330"/>
            <a:ext cx="142646" cy="11430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4328160" y="2611755"/>
            <a:ext cx="158496" cy="28575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486656" y="2611755"/>
            <a:ext cx="206045" cy="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4692701" y="2463165"/>
            <a:ext cx="158496" cy="14859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51197" y="2463165"/>
            <a:ext cx="190195" cy="157163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5041392" y="2577465"/>
            <a:ext cx="237744" cy="42863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79136" y="2577465"/>
            <a:ext cx="316992" cy="0"/>
          </a:xfrm>
          <a:prstGeom prst="line">
            <a:avLst/>
          </a:prstGeom>
          <a:noFill/>
          <a:ln w="19050">
            <a:solidFill>
              <a:srgbClr val="C97B1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456432" y="2863215"/>
            <a:ext cx="348691" cy="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3805123" y="2777490"/>
            <a:ext cx="126797" cy="8572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31920" y="2777490"/>
            <a:ext cx="126797" cy="20002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4058717" y="2971800"/>
            <a:ext cx="126797" cy="571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4185514" y="2857500"/>
            <a:ext cx="142646" cy="11430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4328160" y="2828925"/>
            <a:ext cx="158496" cy="28575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486656" y="2828925"/>
            <a:ext cx="206045" cy="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4692701" y="2748915"/>
            <a:ext cx="158496" cy="8001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851197" y="2748915"/>
            <a:ext cx="190195" cy="157163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5041392" y="2863215"/>
            <a:ext cx="237744" cy="42863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279136" y="2863215"/>
            <a:ext cx="316992" cy="0"/>
          </a:xfrm>
          <a:prstGeom prst="line">
            <a:avLst/>
          </a:prstGeom>
          <a:noFill/>
          <a:ln w="19050">
            <a:solidFill>
              <a:srgbClr val="4A7D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56432" y="3148965"/>
            <a:ext cx="348691" cy="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3805123" y="3063240"/>
            <a:ext cx="126797" cy="8572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931920" y="3063240"/>
            <a:ext cx="126797" cy="20002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58717" y="3263265"/>
            <a:ext cx="126797" cy="2857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4185514" y="3177540"/>
            <a:ext cx="142646" cy="11430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4328160" y="3148965"/>
            <a:ext cx="158496" cy="28575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86656" y="3148965"/>
            <a:ext cx="206045" cy="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4692701" y="3034665"/>
            <a:ext cx="158496" cy="11430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851197" y="3034665"/>
            <a:ext cx="190195" cy="157163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5041392" y="3148965"/>
            <a:ext cx="237744" cy="42863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279136" y="3148965"/>
            <a:ext cx="316992" cy="0"/>
          </a:xfrm>
          <a:prstGeom prst="line">
            <a:avLst/>
          </a:prstGeom>
          <a:noFill/>
          <a:ln w="19050">
            <a:solidFill>
              <a:srgbClr val="1278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47472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 →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5687568" y="1920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Bild!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5715000" y="2286000"/>
            <a:ext cx="502920" cy="0"/>
          </a:xfrm>
          <a:prstGeom prst="line">
            <a:avLst/>
          </a:prstGeom>
          <a:noFill/>
          <a:ln w="38100">
            <a:solidFill>
              <a:srgbClr val="2C1A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5400000">
            <a:off x="6172200" y="2176272"/>
            <a:ext cx="201168" cy="219456"/>
          </a:xfrm>
          <a:prstGeom prst="rtTriangle">
            <a:avLst/>
          </a:prstGeom>
          <a:solidFill>
            <a:srgbClr val="2C1A00"/>
          </a:solidFill>
          <a:ln w="12700">
            <a:solidFill>
              <a:srgbClr val="2C1A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583680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95694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07708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919722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031736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143750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255764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367778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79792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591806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703820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815834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927848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39862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1876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63890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375904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487918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599932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711946" y="1005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83680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695694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807708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919722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031736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43750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255764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367778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479792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91806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703820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815834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927848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39862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151876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263890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375904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487918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599932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711946" y="1148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583680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695694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807708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919722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031736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143750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255764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367778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479792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591806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03820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815834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27848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039862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151876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263890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75904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487918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99932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711946" y="1291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583680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95694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807708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19722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031736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143750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255764" y="1434465"/>
            <a:ext cx="112014" cy="142875"/>
          </a:xfrm>
          <a:prstGeom prst="rect">
            <a:avLst/>
          </a:prstGeom>
          <a:solidFill>
            <a:srgbClr val="96B9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367778" y="1434465"/>
            <a:ext cx="112014" cy="142875"/>
          </a:xfrm>
          <a:prstGeom prst="rect">
            <a:avLst/>
          </a:prstGeom>
          <a:solidFill>
            <a:srgbClr val="6CA4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79792" y="1434465"/>
            <a:ext cx="112014" cy="142875"/>
          </a:xfrm>
          <a:prstGeom prst="rect">
            <a:avLst/>
          </a:prstGeom>
          <a:solidFill>
            <a:srgbClr val="5096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591806" y="1434465"/>
            <a:ext cx="112014" cy="142875"/>
          </a:xfrm>
          <a:prstGeom prst="rect">
            <a:avLst/>
          </a:prstGeom>
          <a:solidFill>
            <a:srgbClr val="469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703820" y="1434465"/>
            <a:ext cx="112014" cy="142875"/>
          </a:xfrm>
          <a:prstGeom prst="rect">
            <a:avLst/>
          </a:prstGeom>
          <a:solidFill>
            <a:srgbClr val="5096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815834" y="1434465"/>
            <a:ext cx="112014" cy="142875"/>
          </a:xfrm>
          <a:prstGeom prst="rect">
            <a:avLst/>
          </a:prstGeom>
          <a:solidFill>
            <a:srgbClr val="6CA4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927848" y="1434465"/>
            <a:ext cx="112014" cy="142875"/>
          </a:xfrm>
          <a:prstGeom prst="rect">
            <a:avLst/>
          </a:prstGeom>
          <a:solidFill>
            <a:srgbClr val="96B9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039862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151876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263890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375904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487918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599932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11946" y="1434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583680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5694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807708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19722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31736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143750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255764" y="1577340"/>
            <a:ext cx="112014" cy="142875"/>
          </a:xfrm>
          <a:prstGeom prst="rect">
            <a:avLst/>
          </a:prstGeom>
          <a:solidFill>
            <a:srgbClr val="68A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67778" y="1577340"/>
            <a:ext cx="112014" cy="142875"/>
          </a:xfrm>
          <a:prstGeom prst="rect">
            <a:avLst/>
          </a:prstGeom>
          <a:solidFill>
            <a:srgbClr val="187A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79792" y="1577340"/>
            <a:ext cx="112014" cy="142875"/>
          </a:xfrm>
          <a:prstGeom prst="rect">
            <a:avLst/>
          </a:prstGeom>
          <a:solidFill>
            <a:srgbClr val="005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591806" y="1577340"/>
            <a:ext cx="112014" cy="142875"/>
          </a:xfrm>
          <a:prstGeom prst="rect">
            <a:avLst/>
          </a:prstGeom>
          <a:solidFill>
            <a:srgbClr val="0056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703820" y="1577340"/>
            <a:ext cx="112014" cy="142875"/>
          </a:xfrm>
          <a:prstGeom prst="rect">
            <a:avLst/>
          </a:prstGeom>
          <a:solidFill>
            <a:srgbClr val="005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815834" y="1577340"/>
            <a:ext cx="112014" cy="142875"/>
          </a:xfrm>
          <a:prstGeom prst="rect">
            <a:avLst/>
          </a:prstGeom>
          <a:solidFill>
            <a:srgbClr val="187A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927848" y="1577340"/>
            <a:ext cx="112014" cy="142875"/>
          </a:xfrm>
          <a:prstGeom prst="rect">
            <a:avLst/>
          </a:prstGeom>
          <a:solidFill>
            <a:srgbClr val="68A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39862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151876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263890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75904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487918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599932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11946" y="1577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583680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5694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807708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919722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031736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143750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255764" y="1720215"/>
            <a:ext cx="112014" cy="142875"/>
          </a:xfrm>
          <a:prstGeom prst="rect">
            <a:avLst/>
          </a:prstGeom>
          <a:solidFill>
            <a:srgbClr val="428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367778" y="1720215"/>
            <a:ext cx="112014" cy="142875"/>
          </a:xfrm>
          <a:prstGeom prst="rect">
            <a:avLst/>
          </a:prstGeom>
          <a:solidFill>
            <a:srgbClr val="0057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479792" y="1720215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591806" y="1720215"/>
            <a:ext cx="112014" cy="142875"/>
          </a:xfrm>
          <a:prstGeom prst="rect">
            <a:avLst/>
          </a:prstGeom>
          <a:solidFill>
            <a:srgbClr val="0024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703820" y="1720215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815834" y="1720215"/>
            <a:ext cx="112014" cy="142875"/>
          </a:xfrm>
          <a:prstGeom prst="rect">
            <a:avLst/>
          </a:prstGeom>
          <a:solidFill>
            <a:srgbClr val="0057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927848" y="1720215"/>
            <a:ext cx="112014" cy="142875"/>
          </a:xfrm>
          <a:prstGeom prst="rect">
            <a:avLst/>
          </a:prstGeom>
          <a:solidFill>
            <a:srgbClr val="428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039862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151876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63890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75904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87918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599932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711946" y="1720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583680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5694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807708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919722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031736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143750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255764" y="1863090"/>
            <a:ext cx="112014" cy="142875"/>
          </a:xfrm>
          <a:prstGeom prst="rect">
            <a:avLst/>
          </a:prstGeom>
          <a:solidFill>
            <a:srgbClr val="288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367778" y="1863090"/>
            <a:ext cx="112014" cy="142875"/>
          </a:xfrm>
          <a:prstGeom prst="rect">
            <a:avLst/>
          </a:prstGeom>
          <a:solidFill>
            <a:srgbClr val="003E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479792" y="1863090"/>
            <a:ext cx="112014" cy="142875"/>
          </a:xfrm>
          <a:prstGeom prst="rect">
            <a:avLst/>
          </a:prstGeom>
          <a:solidFill>
            <a:srgbClr val="001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591806" y="1863090"/>
            <a:ext cx="112014" cy="142875"/>
          </a:xfrm>
          <a:prstGeom prst="rect">
            <a:avLst/>
          </a:prstGeom>
          <a:solidFill>
            <a:srgbClr val="000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703820" y="1863090"/>
            <a:ext cx="112014" cy="142875"/>
          </a:xfrm>
          <a:prstGeom prst="rect">
            <a:avLst/>
          </a:prstGeom>
          <a:solidFill>
            <a:srgbClr val="001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815834" y="1863090"/>
            <a:ext cx="112014" cy="142875"/>
          </a:xfrm>
          <a:prstGeom prst="rect">
            <a:avLst/>
          </a:prstGeom>
          <a:solidFill>
            <a:srgbClr val="003E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927848" y="1863090"/>
            <a:ext cx="112014" cy="142875"/>
          </a:xfrm>
          <a:prstGeom prst="rect">
            <a:avLst/>
          </a:prstGeom>
          <a:solidFill>
            <a:srgbClr val="288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039862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151876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263890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375904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487918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599932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711946" y="1863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583680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695694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6807708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919722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031736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143750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255764" y="2005965"/>
            <a:ext cx="112014" cy="142875"/>
          </a:xfrm>
          <a:prstGeom prst="rect">
            <a:avLst/>
          </a:prstGeom>
          <a:solidFill>
            <a:srgbClr val="1A7B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367778" y="2005965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479792" y="2005965"/>
            <a:ext cx="112014" cy="142875"/>
          </a:xfrm>
          <a:prstGeom prst="rect">
            <a:avLst/>
          </a:prstGeom>
          <a:solidFill>
            <a:srgbClr val="0000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591806" y="2005965"/>
            <a:ext cx="112014" cy="142875"/>
          </a:xfrm>
          <a:prstGeom prst="rect">
            <a:avLst/>
          </a:prstGeom>
          <a:solidFill>
            <a:srgbClr val="0000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703820" y="2005965"/>
            <a:ext cx="112014" cy="142875"/>
          </a:xfrm>
          <a:prstGeom prst="rect">
            <a:avLst/>
          </a:prstGeom>
          <a:solidFill>
            <a:srgbClr val="0000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815834" y="2005965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927848" y="2005965"/>
            <a:ext cx="112014" cy="142875"/>
          </a:xfrm>
          <a:prstGeom prst="rect">
            <a:avLst/>
          </a:prstGeom>
          <a:solidFill>
            <a:srgbClr val="1A7B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039862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151876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263890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8375904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487918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599932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711946" y="2005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6583680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695694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6807708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6919722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031736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143750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7255764" y="2148840"/>
            <a:ext cx="112014" cy="142875"/>
          </a:xfrm>
          <a:prstGeom prst="rect">
            <a:avLst/>
          </a:prstGeom>
          <a:solidFill>
            <a:srgbClr val="1A7B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7367778" y="2148840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7479792" y="2148840"/>
            <a:ext cx="112014" cy="142875"/>
          </a:xfrm>
          <a:prstGeom prst="rect">
            <a:avLst/>
          </a:prstGeom>
          <a:solidFill>
            <a:srgbClr val="0000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7591806" y="2148840"/>
            <a:ext cx="112014" cy="142875"/>
          </a:xfrm>
          <a:prstGeom prst="rect">
            <a:avLst/>
          </a:prstGeom>
          <a:solidFill>
            <a:srgbClr val="0000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7703820" y="2148840"/>
            <a:ext cx="112014" cy="142875"/>
          </a:xfrm>
          <a:prstGeom prst="rect">
            <a:avLst/>
          </a:prstGeom>
          <a:solidFill>
            <a:srgbClr val="0000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7815834" y="2148840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7927848" y="2148840"/>
            <a:ext cx="112014" cy="142875"/>
          </a:xfrm>
          <a:prstGeom prst="rect">
            <a:avLst/>
          </a:prstGeom>
          <a:solidFill>
            <a:srgbClr val="1A7B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039862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151876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263890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375904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487918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599932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711946" y="21488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6583680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6695694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6807708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6919722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031736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143750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255764" y="2291715"/>
            <a:ext cx="112014" cy="142875"/>
          </a:xfrm>
          <a:prstGeom prst="rect">
            <a:avLst/>
          </a:prstGeom>
          <a:solidFill>
            <a:srgbClr val="288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367778" y="2291715"/>
            <a:ext cx="112014" cy="142875"/>
          </a:xfrm>
          <a:prstGeom prst="rect">
            <a:avLst/>
          </a:prstGeom>
          <a:solidFill>
            <a:srgbClr val="003E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479792" y="2291715"/>
            <a:ext cx="112014" cy="142875"/>
          </a:xfrm>
          <a:prstGeom prst="rect">
            <a:avLst/>
          </a:prstGeom>
          <a:solidFill>
            <a:srgbClr val="001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7591806" y="2291715"/>
            <a:ext cx="112014" cy="142875"/>
          </a:xfrm>
          <a:prstGeom prst="rect">
            <a:avLst/>
          </a:prstGeom>
          <a:solidFill>
            <a:srgbClr val="000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7703820" y="2291715"/>
            <a:ext cx="112014" cy="142875"/>
          </a:xfrm>
          <a:prstGeom prst="rect">
            <a:avLst/>
          </a:prstGeom>
          <a:solidFill>
            <a:srgbClr val="001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815834" y="2291715"/>
            <a:ext cx="112014" cy="142875"/>
          </a:xfrm>
          <a:prstGeom prst="rect">
            <a:avLst/>
          </a:prstGeom>
          <a:solidFill>
            <a:srgbClr val="003E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7927848" y="2291715"/>
            <a:ext cx="112014" cy="142875"/>
          </a:xfrm>
          <a:prstGeom prst="rect">
            <a:avLst/>
          </a:prstGeom>
          <a:solidFill>
            <a:srgbClr val="288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8039862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8151876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263890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375904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8487918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8599932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711946" y="22917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583680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6695694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6807708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6919722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7031736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143750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255764" y="2434590"/>
            <a:ext cx="112014" cy="142875"/>
          </a:xfrm>
          <a:prstGeom prst="rect">
            <a:avLst/>
          </a:prstGeom>
          <a:solidFill>
            <a:srgbClr val="428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7367778" y="2434590"/>
            <a:ext cx="112014" cy="142875"/>
          </a:xfrm>
          <a:prstGeom prst="rect">
            <a:avLst/>
          </a:prstGeom>
          <a:solidFill>
            <a:srgbClr val="0057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479792" y="2434590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591806" y="2434590"/>
            <a:ext cx="112014" cy="142875"/>
          </a:xfrm>
          <a:prstGeom prst="rect">
            <a:avLst/>
          </a:prstGeom>
          <a:solidFill>
            <a:srgbClr val="0024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703820" y="2434590"/>
            <a:ext cx="112014" cy="142875"/>
          </a:xfrm>
          <a:prstGeom prst="rect">
            <a:avLst/>
          </a:prstGeom>
          <a:solidFill>
            <a:srgbClr val="003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815834" y="2434590"/>
            <a:ext cx="112014" cy="142875"/>
          </a:xfrm>
          <a:prstGeom prst="rect">
            <a:avLst/>
          </a:prstGeom>
          <a:solidFill>
            <a:srgbClr val="0057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927848" y="2434590"/>
            <a:ext cx="112014" cy="142875"/>
          </a:xfrm>
          <a:prstGeom prst="rect">
            <a:avLst/>
          </a:prstGeom>
          <a:solidFill>
            <a:srgbClr val="428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8039862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8151876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263890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375904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8487918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8599932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711946" y="24345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583680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695694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807708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919722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7031736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7143750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7255764" y="2577465"/>
            <a:ext cx="112014" cy="142875"/>
          </a:xfrm>
          <a:prstGeom prst="rect">
            <a:avLst/>
          </a:prstGeom>
          <a:solidFill>
            <a:srgbClr val="68A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7367778" y="2577465"/>
            <a:ext cx="112014" cy="142875"/>
          </a:xfrm>
          <a:prstGeom prst="rect">
            <a:avLst/>
          </a:prstGeom>
          <a:solidFill>
            <a:srgbClr val="187A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7479792" y="2577465"/>
            <a:ext cx="112014" cy="142875"/>
          </a:xfrm>
          <a:prstGeom prst="rect">
            <a:avLst/>
          </a:prstGeom>
          <a:solidFill>
            <a:srgbClr val="005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591806" y="2577465"/>
            <a:ext cx="112014" cy="142875"/>
          </a:xfrm>
          <a:prstGeom prst="rect">
            <a:avLst/>
          </a:prstGeom>
          <a:solidFill>
            <a:srgbClr val="0056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703820" y="2577465"/>
            <a:ext cx="112014" cy="142875"/>
          </a:xfrm>
          <a:prstGeom prst="rect">
            <a:avLst/>
          </a:prstGeom>
          <a:solidFill>
            <a:srgbClr val="005F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815834" y="2577465"/>
            <a:ext cx="112014" cy="142875"/>
          </a:xfrm>
          <a:prstGeom prst="rect">
            <a:avLst/>
          </a:prstGeom>
          <a:solidFill>
            <a:srgbClr val="187A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927848" y="2577465"/>
            <a:ext cx="112014" cy="142875"/>
          </a:xfrm>
          <a:prstGeom prst="rect">
            <a:avLst/>
          </a:prstGeom>
          <a:solidFill>
            <a:srgbClr val="68A2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039862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151876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263890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375904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487918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599932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8711946" y="25774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83680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695694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807708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919722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7031736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143750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255764" y="2720340"/>
            <a:ext cx="112014" cy="142875"/>
          </a:xfrm>
          <a:prstGeom prst="rect">
            <a:avLst/>
          </a:prstGeom>
          <a:solidFill>
            <a:srgbClr val="96B9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7367778" y="2720340"/>
            <a:ext cx="112014" cy="142875"/>
          </a:xfrm>
          <a:prstGeom prst="rect">
            <a:avLst/>
          </a:prstGeom>
          <a:solidFill>
            <a:srgbClr val="6CA4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7479792" y="2720340"/>
            <a:ext cx="112014" cy="142875"/>
          </a:xfrm>
          <a:prstGeom prst="rect">
            <a:avLst/>
          </a:prstGeom>
          <a:solidFill>
            <a:srgbClr val="5096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7591806" y="2720340"/>
            <a:ext cx="112014" cy="142875"/>
          </a:xfrm>
          <a:prstGeom prst="rect">
            <a:avLst/>
          </a:prstGeom>
          <a:solidFill>
            <a:srgbClr val="4691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7703820" y="2720340"/>
            <a:ext cx="112014" cy="142875"/>
          </a:xfrm>
          <a:prstGeom prst="rect">
            <a:avLst/>
          </a:prstGeom>
          <a:solidFill>
            <a:srgbClr val="5096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7815834" y="2720340"/>
            <a:ext cx="112014" cy="142875"/>
          </a:xfrm>
          <a:prstGeom prst="rect">
            <a:avLst/>
          </a:prstGeom>
          <a:solidFill>
            <a:srgbClr val="6CA4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7927848" y="2720340"/>
            <a:ext cx="112014" cy="142875"/>
          </a:xfrm>
          <a:prstGeom prst="rect">
            <a:avLst/>
          </a:prstGeom>
          <a:solidFill>
            <a:srgbClr val="96B9FF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8039862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8151876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8263890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8375904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8487918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8599932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8711946" y="272034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583680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695694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807708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919722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7031736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7143750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7255764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7367778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7479792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7591806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7703820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815834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927848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8039862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8151876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8263890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375904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8487918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8599932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8711946" y="286321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6583680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6695694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6807708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6919722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031736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143750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255764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367778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479792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591806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703820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815834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927848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8039862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8151876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263890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8375904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8487918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8599932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8711946" y="3006090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6583680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6695694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6807708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6919722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031736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143750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255764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7367778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7479792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7591806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7703820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7815834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927848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8039862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8151876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8263890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8375904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8487918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8599932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8711946" y="3148965"/>
            <a:ext cx="112014" cy="142875"/>
          </a:xfrm>
          <a:prstGeom prst="rect">
            <a:avLst/>
          </a:prstGeom>
          <a:solidFill>
            <a:srgbClr val="F2EAD8"/>
          </a:solidFill>
          <a:ln w="3810">
            <a:solidFill>
              <a:srgbClr val="D4C9B0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583680" y="1005840"/>
            <a:ext cx="224028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278A0"/>
            </a:solidFill>
            <a:prstDash val="solid"/>
          </a:ln>
        </p:spPr>
      </p:sp>
      <p:sp>
        <p:nvSpPr>
          <p:cNvPr id="435" name="Text 433"/>
          <p:cNvSpPr/>
          <p:nvPr/>
        </p:nvSpPr>
        <p:spPr>
          <a:xfrm>
            <a:off x="6583680" y="749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ERP-Bild</a:t>
            </a:r>
            <a:endParaRPr lang="en-US" sz="1200" dirty="0"/>
          </a:p>
        </p:txBody>
      </p:sp>
      <p:sp>
        <p:nvSpPr>
          <p:cNvPr id="436" name="Text 434"/>
          <p:cNvSpPr/>
          <p:nvPr/>
        </p:nvSpPr>
        <p:spPr>
          <a:xfrm>
            <a:off x="6583680" y="33375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1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 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2026-03-11T16:48:00Z</dcterms:created>
  <dcterms:modified xsi:type="dcterms:W3CDTF">2026-03-11T16:48:00Z</dcterms:modified>
</cp:coreProperties>
</file>