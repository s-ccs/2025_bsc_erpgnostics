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49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D4A2"/>
          </a:solidFill>
          <a:ln w="12700">
            <a:solidFill>
              <a:srgbClr val="E8D4A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457200"/>
            <a:ext cx="6035040" cy="4023360"/>
          </a:xfrm>
          <a:prstGeom prst="rect">
            <a:avLst/>
          </a:prstGeom>
          <a:solidFill>
            <a:srgbClr val="FFF59D"/>
          </a:solidFill>
          <a:ln w="12700">
            <a:solidFill>
              <a:srgbClr val="FFF59D"/>
            </a:solidFill>
            <a:prstDash val="solid"/>
          </a:ln>
          <a:effectLst>
            <a:outerShdw sx="100000" sy="100000" kx="0" ky="0" algn="bl" rotWithShape="0" blurRad="101600" dist="50800" dir="8400000">
              <a:srgbClr val="4A28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343400" y="457200"/>
            <a:ext cx="822960" cy="347472"/>
          </a:xfrm>
          <a:prstGeom prst="rect">
            <a:avLst/>
          </a:prstGeom>
          <a:solidFill>
            <a:srgbClr val="EDE0CC">
              <a:alpha val="80000"/>
            </a:srgbClr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91440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EEG &amp; ERP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554480" y="246888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7B4F2E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Was steckt hinter den Signalen?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377440" y="3218688"/>
            <a:ext cx="4389120" cy="0"/>
          </a:xfrm>
          <a:prstGeom prst="line">
            <a:avLst/>
          </a:prstGeom>
          <a:noFill/>
          <a:ln w="25400">
            <a:solidFill>
              <a:srgbClr val="A07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33375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E6E3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Eine visuelle Einführung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 rot="-600000">
            <a:off x="109728" y="3611880"/>
            <a:ext cx="1188720" cy="1005840"/>
          </a:xfrm>
          <a:prstGeom prst="rect">
            <a:avLst/>
          </a:prstGeom>
          <a:solidFill>
            <a:srgbClr val="B3E5FC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50800" dir="8400000">
              <a:srgbClr val="4A28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 rot="480000">
            <a:off x="7845552" y="274320"/>
            <a:ext cx="1143000" cy="960120"/>
          </a:xfrm>
          <a:prstGeom prst="rect">
            <a:avLst/>
          </a:prstGeom>
          <a:solidFill>
            <a:srgbClr val="FFCDD2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101600" dist="50800" dir="8400000">
              <a:srgbClr val="4A2800">
                <a:alpha val="25000"/>
              </a:srgbClr>
            </a:outerShdw>
          </a:effectLst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49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8503920" cy="868680"/>
          </a:xfrm>
          <a:prstGeom prst="rect">
            <a:avLst/>
          </a:prstGeom>
          <a:solidFill>
            <a:srgbClr val="B3E5FC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50800" dir="8400000">
              <a:srgbClr val="4A2800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371600" y="182880"/>
            <a:ext cx="822960" cy="347472"/>
          </a:xfrm>
          <a:prstGeom prst="rect">
            <a:avLst/>
          </a:prstGeom>
          <a:solidFill>
            <a:srgbClr val="EDE0CC">
              <a:alpha val="80000"/>
            </a:srgbClr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82880"/>
            <a:ext cx="822960" cy="347472"/>
          </a:xfrm>
          <a:prstGeom prst="rect">
            <a:avLst/>
          </a:prstGeom>
          <a:solidFill>
            <a:srgbClr val="EDE0CC">
              <a:alpha val="80000"/>
            </a:srgbClr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288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  ·  Was ist EEG?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2194560" cy="2743200"/>
          </a:xfrm>
          <a:prstGeom prst="ellipse">
            <a:avLst/>
          </a:prstGeom>
          <a:solidFill>
            <a:srgbClr val="FFD0A0"/>
          </a:solidFill>
          <a:ln w="38100">
            <a:solidFill>
              <a:srgbClr val="2D1B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176" y="2286000"/>
            <a:ext cx="256032" cy="411480"/>
          </a:xfrm>
          <a:prstGeom prst="ellipse">
            <a:avLst/>
          </a:prstGeom>
          <a:solidFill>
            <a:srgbClr val="FFD0A0"/>
          </a:solidFill>
          <a:ln w="25400">
            <a:solidFill>
              <a:srgbClr val="2D1B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96312" y="2286000"/>
            <a:ext cx="256032" cy="411480"/>
          </a:xfrm>
          <a:prstGeom prst="ellipse">
            <a:avLst/>
          </a:prstGeom>
          <a:solidFill>
            <a:srgbClr val="FFD0A0"/>
          </a:solidFill>
          <a:ln w="25400">
            <a:solidFill>
              <a:srgbClr val="2D1B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" y="1271016"/>
            <a:ext cx="201168" cy="2011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2D1B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1773936"/>
            <a:ext cx="201168" cy="2011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2D1B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36776" y="1773936"/>
            <a:ext cx="201168" cy="2011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2D1B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" y="2505456"/>
            <a:ext cx="201168" cy="2011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2D1B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73936" y="2505456"/>
            <a:ext cx="201168" cy="2011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2D1B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3856" y="3099816"/>
            <a:ext cx="201168" cy="2011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2D1B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3602736"/>
            <a:ext cx="201168" cy="2011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2D1B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99616" y="3602736"/>
            <a:ext cx="201168" cy="2011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2D1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235915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 flipV="1">
            <a:off x="3337560" y="2487168"/>
            <a:ext cx="201168" cy="164592"/>
          </a:xfrm>
          <a:prstGeom prst="line">
            <a:avLst/>
          </a:prstGeom>
          <a:noFill/>
          <a:ln w="35560">
            <a:solidFill>
              <a:srgbClr val="1565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38728" y="2487168"/>
            <a:ext cx="201168" cy="301752"/>
          </a:xfrm>
          <a:prstGeom prst="line">
            <a:avLst/>
          </a:prstGeom>
          <a:noFill/>
          <a:ln w="35560">
            <a:solidFill>
              <a:srgbClr val="1565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3739896" y="2267712"/>
            <a:ext cx="201168" cy="521208"/>
          </a:xfrm>
          <a:prstGeom prst="line">
            <a:avLst/>
          </a:prstGeom>
          <a:noFill/>
          <a:ln w="35560">
            <a:solidFill>
              <a:srgbClr val="1565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41064" y="2267712"/>
            <a:ext cx="201168" cy="676656"/>
          </a:xfrm>
          <a:prstGeom prst="line">
            <a:avLst/>
          </a:prstGeom>
          <a:noFill/>
          <a:ln w="35560">
            <a:solidFill>
              <a:srgbClr val="1565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4142232" y="2395728"/>
            <a:ext cx="201168" cy="548640"/>
          </a:xfrm>
          <a:prstGeom prst="line">
            <a:avLst/>
          </a:prstGeom>
          <a:noFill/>
          <a:ln w="35560">
            <a:solidFill>
              <a:srgbClr val="1565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43400" y="2395728"/>
            <a:ext cx="201168" cy="237744"/>
          </a:xfrm>
          <a:prstGeom prst="line">
            <a:avLst/>
          </a:prstGeom>
          <a:noFill/>
          <a:ln w="35560">
            <a:solidFill>
              <a:srgbClr val="1565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4544568" y="2468880"/>
            <a:ext cx="201168" cy="164592"/>
          </a:xfrm>
          <a:prstGeom prst="line">
            <a:avLst/>
          </a:prstGeom>
          <a:noFill/>
          <a:ln w="35560">
            <a:solidFill>
              <a:srgbClr val="1565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45736" y="2468880"/>
            <a:ext cx="201168" cy="210312"/>
          </a:xfrm>
          <a:prstGeom prst="line">
            <a:avLst/>
          </a:prstGeom>
          <a:noFill/>
          <a:ln w="35560">
            <a:solidFill>
              <a:srgbClr val="1565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4946904" y="2331720"/>
            <a:ext cx="201168" cy="347472"/>
          </a:xfrm>
          <a:prstGeom prst="line">
            <a:avLst/>
          </a:prstGeom>
          <a:noFill/>
          <a:ln w="35560">
            <a:solidFill>
              <a:srgbClr val="1565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48072" y="2331720"/>
            <a:ext cx="201168" cy="301752"/>
          </a:xfrm>
          <a:prstGeom prst="line">
            <a:avLst/>
          </a:prstGeom>
          <a:noFill/>
          <a:ln w="3556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Elektrisches Signal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von der Kopfhaut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1234440"/>
            <a:ext cx="5623560" cy="1188720"/>
          </a:xfrm>
          <a:prstGeom prst="rect">
            <a:avLst/>
          </a:prstGeom>
          <a:solidFill>
            <a:srgbClr val="FFF59D"/>
          </a:solidFill>
          <a:ln w="12700">
            <a:solidFill>
              <a:srgbClr val="FFF59D"/>
            </a:solidFill>
            <a:prstDash val="solid"/>
          </a:ln>
          <a:effectLst>
            <a:outerShdw sx="100000" sy="100000" kx="0" ky="0" algn="bl" rotWithShape="0" blurRad="101600" dist="50800" dir="8400000">
              <a:srgbClr val="4A28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623560" y="1207008"/>
            <a:ext cx="822960" cy="347472"/>
          </a:xfrm>
          <a:prstGeom prst="rect">
            <a:avLst/>
          </a:prstGeom>
          <a:solidFill>
            <a:srgbClr val="EDE0CC">
              <a:alpha val="80000"/>
            </a:srgbClr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1298448"/>
            <a:ext cx="5394960" cy="105156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EEG</a:t>
            </a:r>
            <a:pPr indent="0" marL="0">
              <a:buNone/>
            </a:pPr>
            <a:r>
              <a:rPr lang="en-US" sz="1400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= Elektroenzephalographie
</a:t>
            </a:r>
            <a:pPr indent="0" marL="0">
              <a:buNone/>
            </a:pPr>
            <a:r>
              <a:rPr lang="en-US" sz="1400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→  64+ Elektroden auf der Kopfhaut
</a:t>
            </a:r>
            <a:pPr indent="0" marL="0">
              <a:buNone/>
            </a:pPr>
            <a:r>
              <a:rPr lang="en-US" sz="1400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→  Zeitauflösung: 1–2 ms
</a:t>
            </a:r>
            <a:pPr indent="0" marL="0">
              <a:buNone/>
            </a:pPr>
            <a:r>
              <a:rPr lang="en-US" sz="1400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→  Misst elektrische Summenaktivität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 rot="-60000">
            <a:off x="3200400" y="2651760"/>
            <a:ext cx="5623560" cy="2194560"/>
          </a:xfrm>
          <a:prstGeom prst="rect">
            <a:avLst/>
          </a:prstGeom>
          <a:solidFill>
            <a:srgbClr val="FFCDD2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101600" dist="50800" dir="8400000">
              <a:srgbClr val="4A28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669280" y="2642616"/>
            <a:ext cx="822960" cy="347472"/>
          </a:xfrm>
          <a:prstGeom prst="rect">
            <a:avLst/>
          </a:prstGeom>
          <a:solidFill>
            <a:srgbClr val="EDE0CC">
              <a:alpha val="80000"/>
            </a:srgbClr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2715768"/>
            <a:ext cx="5394960" cy="20116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5D1A1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Analogie: </a:t>
            </a:r>
            <a:pPr indent="0" marL="0">
              <a:buNone/>
            </a:pPr>
            <a:r>
              <a:rPr lang="en-US" sz="1400" i="1" dirty="0">
                <a:solidFill>
                  <a:srgbClr val="5D1A1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Ein Mikrofon in einer vollen Halle — man hört alle Geräusche auf einmal, nichts Einzelnes.
</a:t>
            </a:r>
            <a:pPr indent="0" marL="0">
              <a:buNone/>
            </a:pPr>
            <a:r>
              <a:rPr lang="en-US" sz="1400" b="1" dirty="0">
                <a:solidFill>
                  <a:srgbClr val="5D1A1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Ziel:</a:t>
            </a:r>
            <a:pPr indent="0" marL="0">
              <a:buNone/>
            </a:pPr>
            <a:r>
              <a:rPr lang="en-US" sz="1400" dirty="0">
                <a:solidFill>
                  <a:srgbClr val="5D1A1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Genau die Antwort auf einen bestimmten Reiz isolieren.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49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8503920" cy="868680"/>
          </a:xfrm>
          <a:prstGeom prst="rect">
            <a:avLst/>
          </a:prstGeom>
          <a:solidFill>
            <a:srgbClr val="FFE0B2"/>
          </a:solidFill>
          <a:ln w="12700">
            <a:solidFill>
              <a:srgbClr val="FFE0B2"/>
            </a:solidFill>
            <a:prstDash val="solid"/>
          </a:ln>
          <a:effectLst>
            <a:outerShdw sx="100000" sy="100000" kx="0" ky="0" algn="bl" rotWithShape="0" blurRad="101600" dist="50800" dir="8400000">
              <a:srgbClr val="4A2800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371600" y="182880"/>
            <a:ext cx="822960" cy="347472"/>
          </a:xfrm>
          <a:prstGeom prst="rect">
            <a:avLst/>
          </a:prstGeom>
          <a:solidFill>
            <a:srgbClr val="EDE0CC">
              <a:alpha val="80000"/>
            </a:srgbClr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82880"/>
            <a:ext cx="822960" cy="347472"/>
          </a:xfrm>
          <a:prstGeom prst="rect">
            <a:avLst/>
          </a:prstGeom>
          <a:solidFill>
            <a:srgbClr val="EDE0CC">
              <a:alpha val="80000"/>
            </a:srgbClr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288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  ·  Das Problem: Zu viel Rauschen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" y="14813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Trial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V="1">
            <a:off x="457200" y="1417320"/>
            <a:ext cx="201168" cy="182880"/>
          </a:xfrm>
          <a:prstGeom prst="line">
            <a:avLst/>
          </a:prstGeom>
          <a:noFill/>
          <a:ln w="2794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17320"/>
            <a:ext cx="201168" cy="365760"/>
          </a:xfrm>
          <a:prstGeom prst="line">
            <a:avLst/>
          </a:prstGeom>
          <a:noFill/>
          <a:ln w="2794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859536" y="1298448"/>
            <a:ext cx="201168" cy="484632"/>
          </a:xfrm>
          <a:prstGeom prst="line">
            <a:avLst/>
          </a:prstGeom>
          <a:noFill/>
          <a:ln w="2794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704" y="1298448"/>
            <a:ext cx="201168" cy="576072"/>
          </a:xfrm>
          <a:prstGeom prst="line">
            <a:avLst/>
          </a:prstGeom>
          <a:noFill/>
          <a:ln w="2794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261872" y="1444752"/>
            <a:ext cx="201168" cy="429768"/>
          </a:xfrm>
          <a:prstGeom prst="line">
            <a:avLst/>
          </a:prstGeom>
          <a:noFill/>
          <a:ln w="27940">
            <a:solidFill>
              <a:srgbClr val="1565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63040" y="1444752"/>
            <a:ext cx="201168" cy="182880"/>
          </a:xfrm>
          <a:prstGeom prst="line">
            <a:avLst/>
          </a:prstGeom>
          <a:noFill/>
          <a:ln w="27940">
            <a:solidFill>
              <a:srgbClr val="1565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664208" y="1371600"/>
            <a:ext cx="201168" cy="256032"/>
          </a:xfrm>
          <a:prstGeom prst="line">
            <a:avLst/>
          </a:prstGeom>
          <a:noFill/>
          <a:ln w="27940">
            <a:solidFill>
              <a:srgbClr val="1565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65376" y="1371600"/>
            <a:ext cx="201168" cy="292608"/>
          </a:xfrm>
          <a:prstGeom prst="line">
            <a:avLst/>
          </a:prstGeom>
          <a:noFill/>
          <a:ln w="27940">
            <a:solidFill>
              <a:srgbClr val="1565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2066544" y="1508760"/>
            <a:ext cx="201168" cy="155448"/>
          </a:xfrm>
          <a:prstGeom prst="line">
            <a:avLst/>
          </a:prstGeom>
          <a:noFill/>
          <a:ln w="27940">
            <a:solidFill>
              <a:srgbClr val="1565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7712" y="1508760"/>
            <a:ext cx="201168" cy="91440"/>
          </a:xfrm>
          <a:prstGeom prst="line">
            <a:avLst/>
          </a:prstGeom>
          <a:noFill/>
          <a:ln w="2794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" y="21031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Trial 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212848"/>
            <a:ext cx="201168" cy="182880"/>
          </a:xfrm>
          <a:prstGeom prst="line">
            <a:avLst/>
          </a:prstGeom>
          <a:noFill/>
          <a:ln w="27940">
            <a:solidFill>
              <a:srgbClr val="B71C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658368" y="2057400"/>
            <a:ext cx="201168" cy="338328"/>
          </a:xfrm>
          <a:prstGeom prst="line">
            <a:avLst/>
          </a:prstGeom>
          <a:noFill/>
          <a:ln w="27940">
            <a:solidFill>
              <a:srgbClr val="B71C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" y="2057400"/>
            <a:ext cx="201168" cy="429768"/>
          </a:xfrm>
          <a:prstGeom prst="line">
            <a:avLst/>
          </a:prstGeom>
          <a:noFill/>
          <a:ln w="27940">
            <a:solidFill>
              <a:srgbClr val="B71C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1060704" y="1993392"/>
            <a:ext cx="201168" cy="493776"/>
          </a:xfrm>
          <a:prstGeom prst="line">
            <a:avLst/>
          </a:prstGeom>
          <a:noFill/>
          <a:ln w="27940">
            <a:solidFill>
              <a:srgbClr val="B71C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61872" y="1993392"/>
            <a:ext cx="201168" cy="338328"/>
          </a:xfrm>
          <a:prstGeom prst="line">
            <a:avLst/>
          </a:prstGeom>
          <a:noFill/>
          <a:ln w="27940">
            <a:solidFill>
              <a:srgbClr val="B71C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1463040" y="2148840"/>
            <a:ext cx="201168" cy="182880"/>
          </a:xfrm>
          <a:prstGeom prst="line">
            <a:avLst/>
          </a:prstGeom>
          <a:noFill/>
          <a:ln w="27940">
            <a:solidFill>
              <a:srgbClr val="B71C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4208" y="2148840"/>
            <a:ext cx="201168" cy="274320"/>
          </a:xfrm>
          <a:prstGeom prst="line">
            <a:avLst/>
          </a:prstGeom>
          <a:noFill/>
          <a:ln w="27940">
            <a:solidFill>
              <a:srgbClr val="B71C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865376" y="2084832"/>
            <a:ext cx="201168" cy="338328"/>
          </a:xfrm>
          <a:prstGeom prst="line">
            <a:avLst/>
          </a:prstGeom>
          <a:noFill/>
          <a:ln w="27940">
            <a:solidFill>
              <a:srgbClr val="B71C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66544" y="2084832"/>
            <a:ext cx="201168" cy="219456"/>
          </a:xfrm>
          <a:prstGeom prst="line">
            <a:avLst/>
          </a:prstGeom>
          <a:noFill/>
          <a:ln w="27940">
            <a:solidFill>
              <a:srgbClr val="B71C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2267712" y="2194560"/>
            <a:ext cx="201168" cy="109728"/>
          </a:xfrm>
          <a:prstGeom prst="line">
            <a:avLst/>
          </a:prstGeom>
          <a:noFill/>
          <a:ln w="27940">
            <a:solidFill>
              <a:srgbClr val="B7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" y="272491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Trial 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flipV="1">
            <a:off x="457200" y="2651760"/>
            <a:ext cx="201168" cy="201168"/>
          </a:xfrm>
          <a:prstGeom prst="line">
            <a:avLst/>
          </a:prstGeom>
          <a:noFill/>
          <a:ln w="27940">
            <a:solidFill>
              <a:srgbClr val="1B5E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2651760"/>
            <a:ext cx="201168" cy="365760"/>
          </a:xfrm>
          <a:prstGeom prst="line">
            <a:avLst/>
          </a:prstGeom>
          <a:noFill/>
          <a:ln w="27940">
            <a:solidFill>
              <a:srgbClr val="1B5E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859536" y="2633472"/>
            <a:ext cx="201168" cy="384048"/>
          </a:xfrm>
          <a:prstGeom prst="line">
            <a:avLst/>
          </a:prstGeom>
          <a:noFill/>
          <a:ln w="27940">
            <a:solidFill>
              <a:srgbClr val="1B5E2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60704" y="2633472"/>
            <a:ext cx="201168" cy="338328"/>
          </a:xfrm>
          <a:prstGeom prst="line">
            <a:avLst/>
          </a:prstGeom>
          <a:noFill/>
          <a:ln w="27940">
            <a:solidFill>
              <a:srgbClr val="1B5E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1261872" y="2761488"/>
            <a:ext cx="201168" cy="210312"/>
          </a:xfrm>
          <a:prstGeom prst="line">
            <a:avLst/>
          </a:prstGeom>
          <a:noFill/>
          <a:ln w="27940">
            <a:solidFill>
              <a:srgbClr val="1B5E2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63040" y="2761488"/>
            <a:ext cx="201168" cy="146304"/>
          </a:xfrm>
          <a:prstGeom prst="line">
            <a:avLst/>
          </a:prstGeom>
          <a:noFill/>
          <a:ln w="27940">
            <a:solidFill>
              <a:srgbClr val="1B5E2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1664208" y="2633472"/>
            <a:ext cx="201168" cy="274320"/>
          </a:xfrm>
          <a:prstGeom prst="line">
            <a:avLst/>
          </a:prstGeom>
          <a:noFill/>
          <a:ln w="27940">
            <a:solidFill>
              <a:srgbClr val="1B5E2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65376" y="2633472"/>
            <a:ext cx="201168" cy="310896"/>
          </a:xfrm>
          <a:prstGeom prst="line">
            <a:avLst/>
          </a:prstGeom>
          <a:noFill/>
          <a:ln w="27940">
            <a:solidFill>
              <a:srgbClr val="1B5E2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2066544" y="2788920"/>
            <a:ext cx="201168" cy="155448"/>
          </a:xfrm>
          <a:prstGeom prst="line">
            <a:avLst/>
          </a:prstGeom>
          <a:noFill/>
          <a:ln w="27940">
            <a:solidFill>
              <a:srgbClr val="1B5E2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67712" y="2788920"/>
            <a:ext cx="201168" cy="64008"/>
          </a:xfrm>
          <a:prstGeom prst="line">
            <a:avLst/>
          </a:prstGeom>
          <a:noFill/>
          <a:ln w="27940">
            <a:solidFill>
              <a:srgbClr val="1B5E2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300000">
            <a:off x="2606040" y="1325880"/>
            <a:ext cx="777240" cy="777240"/>
          </a:xfrm>
          <a:prstGeom prst="rect">
            <a:avLst/>
          </a:prstGeom>
          <a:solidFill>
            <a:srgbClr val="FFCDD2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101600" dist="50800" dir="8400000">
              <a:srgbClr val="4A28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606040" y="1325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80E4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?</a:t>
            </a:r>
            <a:endParaRPr lang="en-US" sz="3600" dirty="0"/>
          </a:p>
        </p:txBody>
      </p:sp>
      <p:sp>
        <p:nvSpPr>
          <p:cNvPr id="41" name="Shape 39"/>
          <p:cNvSpPr/>
          <p:nvPr/>
        </p:nvSpPr>
        <p:spPr>
          <a:xfrm>
            <a:off x="3566160" y="1188720"/>
            <a:ext cx="5303520" cy="2560320"/>
          </a:xfrm>
          <a:prstGeom prst="rect">
            <a:avLst/>
          </a:prstGeom>
          <a:solidFill>
            <a:srgbClr val="FFF59D"/>
          </a:solidFill>
          <a:ln w="12700">
            <a:solidFill>
              <a:srgbClr val="FFF59D"/>
            </a:solidFill>
            <a:prstDash val="solid"/>
          </a:ln>
          <a:effectLst>
            <a:outerShdw sx="100000" sy="100000" kx="0" ky="0" algn="bl" rotWithShape="0" blurRad="101600" dist="50800" dir="8400000">
              <a:srgbClr val="4A28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852160" y="1179576"/>
            <a:ext cx="822960" cy="347472"/>
          </a:xfrm>
          <a:prstGeom prst="rect">
            <a:avLst/>
          </a:prstGeom>
          <a:solidFill>
            <a:srgbClr val="EDE0CC">
              <a:alpha val="80000"/>
            </a:srgbClr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75888" y="1261872"/>
            <a:ext cx="5074920" cy="23774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Problem:
</a:t>
            </a:r>
            <a:pPr indent="0" marL="0">
              <a:buNone/>
            </a:pPr>
            <a:r>
              <a:rPr lang="en-US" sz="1300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Jeder Trial sieht anders aus.
</a:t>
            </a:r>
            <a:pPr indent="0" marL="0">
              <a:buNone/>
            </a:pPr>
            <a:r>
              <a:rPr lang="en-US" sz="1400" b="1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Das rohe EEG enthält:
</a:t>
            </a:r>
            <a:pPr indent="0" marL="0">
              <a:buNone/>
            </a:pPr>
            <a:r>
              <a:rPr lang="en-US" sz="1300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 →  Muskelartefakte
</a:t>
            </a:r>
            <a:pPr indent="0" marL="0">
              <a:buNone/>
            </a:pPr>
            <a:r>
              <a:rPr lang="en-US" sz="1300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 →  Augenbewegungen
</a:t>
            </a:r>
            <a:pPr indent="0" marL="0">
              <a:buNone/>
            </a:pPr>
            <a:r>
              <a:rPr lang="en-US" sz="1300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 →  Andere Hirnaktivität
</a:t>
            </a:r>
            <a:pPr indent="0" marL="0">
              <a:buNone/>
            </a:pPr>
            <a:r>
              <a:rPr lang="en-US" sz="1300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 →  Elektrisches Rauschen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 rot="-60000">
            <a:off x="1371600" y="4005072"/>
            <a:ext cx="6400800" cy="886968"/>
          </a:xfrm>
          <a:prstGeom prst="rect">
            <a:avLst/>
          </a:prstGeom>
          <a:solidFill>
            <a:srgbClr val="DCEDC8"/>
          </a:solidFill>
          <a:ln w="12700">
            <a:solidFill>
              <a:srgbClr val="DCEDC8"/>
            </a:solidFill>
            <a:prstDash val="solid"/>
          </a:ln>
          <a:effectLst>
            <a:outerShdw sx="100000" sy="100000" kx="0" ky="0" algn="bl" rotWithShape="0" blurRad="101600" dist="50800" dir="8400000">
              <a:srgbClr val="4A28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206240" y="3794760"/>
            <a:ext cx="822960" cy="347472"/>
          </a:xfrm>
          <a:prstGeom prst="rect">
            <a:avLst/>
          </a:prstGeom>
          <a:solidFill>
            <a:srgbClr val="EDE0CC">
              <a:alpha val="80000"/>
            </a:srgbClr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71600" y="4005072"/>
            <a:ext cx="64008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B5E2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Lösung: Denselben Reiz viele Male zeigen — dann mitteln!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49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8503920" cy="868680"/>
          </a:xfrm>
          <a:prstGeom prst="rect">
            <a:avLst/>
          </a:prstGeom>
          <a:solidFill>
            <a:srgbClr val="DCEDC8"/>
          </a:solidFill>
          <a:ln w="12700">
            <a:solidFill>
              <a:srgbClr val="DCEDC8"/>
            </a:solidFill>
            <a:prstDash val="solid"/>
          </a:ln>
          <a:effectLst>
            <a:outerShdw sx="100000" sy="100000" kx="0" ky="0" algn="bl" rotWithShape="0" blurRad="101600" dist="50800" dir="8400000">
              <a:srgbClr val="4A2800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371600" y="182880"/>
            <a:ext cx="822960" cy="347472"/>
          </a:xfrm>
          <a:prstGeom prst="rect">
            <a:avLst/>
          </a:prstGeom>
          <a:solidFill>
            <a:srgbClr val="EDE0CC">
              <a:alpha val="80000"/>
            </a:srgbClr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82880"/>
            <a:ext cx="822960" cy="347472"/>
          </a:xfrm>
          <a:prstGeom prst="rect">
            <a:avLst/>
          </a:prstGeom>
          <a:solidFill>
            <a:srgbClr val="EDE0CC">
              <a:alpha val="80000"/>
            </a:srgbClr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288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  ·  Was ist ein ERP?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514600" cy="1920240"/>
          </a:xfrm>
          <a:prstGeom prst="rect">
            <a:avLst/>
          </a:prstGeom>
          <a:solidFill>
            <a:srgbClr val="B3E5FC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50800" dir="8400000">
              <a:srgbClr val="4A28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24712" y="1179576"/>
            <a:ext cx="822960" cy="347472"/>
          </a:xfrm>
          <a:prstGeom prst="rect">
            <a:avLst/>
          </a:prstGeom>
          <a:solidFill>
            <a:srgbClr val="EDE0CC">
              <a:alpha val="80000"/>
            </a:srgbClr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258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Stimulus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1C0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Reiz wird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D1C0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präsentiert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17520" y="1188720"/>
            <a:ext cx="2514600" cy="1920240"/>
          </a:xfrm>
          <a:prstGeom prst="rect">
            <a:avLst/>
          </a:prstGeom>
          <a:solidFill>
            <a:srgbClr val="FFF59D"/>
          </a:solidFill>
          <a:ln w="12700">
            <a:solidFill>
              <a:srgbClr val="FFF59D"/>
            </a:solidFill>
            <a:prstDash val="solid"/>
          </a:ln>
          <a:effectLst>
            <a:outerShdw sx="100000" sy="100000" kx="0" ky="0" algn="bl" rotWithShape="0" blurRad="101600" dist="50800" dir="8400000">
              <a:srgbClr val="4A28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67912" y="1179576"/>
            <a:ext cx="822960" cy="347472"/>
          </a:xfrm>
          <a:prstGeom prst="rect">
            <a:avLst/>
          </a:prstGeom>
          <a:solidFill>
            <a:srgbClr val="EDE0CC">
              <a:alpha val="80000"/>
            </a:srgbClr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13258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Viele Trials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108960" y="20116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1C0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Selber Reiz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D1C0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50–100×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60720" y="1188720"/>
            <a:ext cx="2514600" cy="1920240"/>
          </a:xfrm>
          <a:prstGeom prst="rect">
            <a:avLst/>
          </a:prstGeom>
          <a:solidFill>
            <a:srgbClr val="FFCDD2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101600" dist="50800" dir="8400000">
              <a:srgbClr val="4A28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11112" y="1179576"/>
            <a:ext cx="822960" cy="347472"/>
          </a:xfrm>
          <a:prstGeom prst="rect">
            <a:avLst/>
          </a:prstGeom>
          <a:solidFill>
            <a:srgbClr val="EDE0CC">
              <a:alpha val="80000"/>
            </a:srgbClr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13258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Mitteln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852160" y="20116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1C0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Rauschen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D1C0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mittelt sich heraus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07208" y="17373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→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5550408" y="17373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→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274320" y="3337560"/>
            <a:ext cx="8595360" cy="1508760"/>
          </a:xfrm>
          <a:prstGeom prst="rect">
            <a:avLst/>
          </a:prstGeom>
          <a:solidFill>
            <a:srgbClr val="FFCDD2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101600" dist="50800" dir="8400000">
              <a:srgbClr val="4A28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06240" y="3337560"/>
            <a:ext cx="822960" cy="347472"/>
          </a:xfrm>
          <a:prstGeom prst="rect">
            <a:avLst/>
          </a:prstGeom>
          <a:solidFill>
            <a:srgbClr val="EDE0CC">
              <a:alpha val="80000"/>
            </a:srgbClr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64992"/>
            <a:ext cx="4114800" cy="475488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80E4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Ergebnis: ERP (Event-Related Potential)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63440" y="4160520"/>
            <a:ext cx="182880" cy="0"/>
          </a:xfrm>
          <a:prstGeom prst="line">
            <a:avLst/>
          </a:prstGeom>
          <a:noFill/>
          <a:ln w="38100">
            <a:solidFill>
              <a:srgbClr val="880E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4846320" y="4041648"/>
            <a:ext cx="137160" cy="118872"/>
          </a:xfrm>
          <a:prstGeom prst="line">
            <a:avLst/>
          </a:prstGeom>
          <a:noFill/>
          <a:ln w="38100">
            <a:solidFill>
              <a:srgbClr val="880E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4983480" y="3858768"/>
            <a:ext cx="137160" cy="182880"/>
          </a:xfrm>
          <a:prstGeom prst="line">
            <a:avLst/>
          </a:prstGeom>
          <a:noFill/>
          <a:ln w="38100">
            <a:solidFill>
              <a:srgbClr val="880E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0" y="3858768"/>
            <a:ext cx="137160" cy="182880"/>
          </a:xfrm>
          <a:prstGeom prst="line">
            <a:avLst/>
          </a:prstGeom>
          <a:noFill/>
          <a:ln w="38100">
            <a:solidFill>
              <a:srgbClr val="880E4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57800" y="4041648"/>
            <a:ext cx="137160" cy="118872"/>
          </a:xfrm>
          <a:prstGeom prst="line">
            <a:avLst/>
          </a:prstGeom>
          <a:noFill/>
          <a:ln w="38100">
            <a:solidFill>
              <a:srgbClr val="880E4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94960" y="4160520"/>
            <a:ext cx="182880" cy="0"/>
          </a:xfrm>
          <a:prstGeom prst="line">
            <a:avLst/>
          </a:prstGeom>
          <a:noFill/>
          <a:ln w="38100">
            <a:solidFill>
              <a:srgbClr val="880E4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4160520"/>
            <a:ext cx="228600" cy="0"/>
          </a:xfrm>
          <a:prstGeom prst="line">
            <a:avLst/>
          </a:prstGeom>
          <a:noFill/>
          <a:ln w="38100">
            <a:solidFill>
              <a:srgbClr val="880E4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806440" y="3886200"/>
            <a:ext cx="182880" cy="274320"/>
          </a:xfrm>
          <a:prstGeom prst="line">
            <a:avLst/>
          </a:prstGeom>
          <a:noFill/>
          <a:ln w="38100">
            <a:solidFill>
              <a:srgbClr val="880E4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5989320" y="3547872"/>
            <a:ext cx="210312" cy="338328"/>
          </a:xfrm>
          <a:prstGeom prst="line">
            <a:avLst/>
          </a:prstGeom>
          <a:noFill/>
          <a:ln w="38100">
            <a:solidFill>
              <a:srgbClr val="880E4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99632" y="3547872"/>
            <a:ext cx="201168" cy="155448"/>
          </a:xfrm>
          <a:prstGeom prst="line">
            <a:avLst/>
          </a:prstGeom>
          <a:noFill/>
          <a:ln w="38100">
            <a:solidFill>
              <a:srgbClr val="880E4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3703320"/>
            <a:ext cx="201168" cy="457200"/>
          </a:xfrm>
          <a:prstGeom prst="line">
            <a:avLst/>
          </a:prstGeom>
          <a:noFill/>
          <a:ln w="38100">
            <a:solidFill>
              <a:srgbClr val="880E4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01968" y="4160520"/>
            <a:ext cx="182880" cy="0"/>
          </a:xfrm>
          <a:prstGeom prst="line">
            <a:avLst/>
          </a:prstGeom>
          <a:noFill/>
          <a:ln w="38100">
            <a:solidFill>
              <a:srgbClr val="880E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47488" y="371246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0E4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63056" y="34015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0E4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4480560"/>
            <a:ext cx="2148840" cy="0"/>
          </a:xfrm>
          <a:prstGeom prst="line">
            <a:avLst/>
          </a:prstGeom>
          <a:noFill/>
          <a:ln w="12700">
            <a:solidFill>
              <a:srgbClr val="880E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45720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0E4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Zeit →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49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8503920" cy="868680"/>
          </a:xfrm>
          <a:prstGeom prst="rect">
            <a:avLst/>
          </a:prstGeom>
          <a:solidFill>
            <a:srgbClr val="FFCDD2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101600" dist="50800" dir="8400000">
              <a:srgbClr val="4A2800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371600" y="182880"/>
            <a:ext cx="822960" cy="347472"/>
          </a:xfrm>
          <a:prstGeom prst="rect">
            <a:avLst/>
          </a:prstGeom>
          <a:solidFill>
            <a:srgbClr val="EDE0CC">
              <a:alpha val="80000"/>
            </a:srgbClr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82880"/>
            <a:ext cx="822960" cy="347472"/>
          </a:xfrm>
          <a:prstGeom prst="rect">
            <a:avLst/>
          </a:prstGeom>
          <a:solidFill>
            <a:srgbClr val="EDE0CC">
              <a:alpha val="80000"/>
            </a:srgbClr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288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  ·  Vom ERP zum ERP-Bild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" y="123444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23444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1540" y="123444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123444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11580" y="123444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123444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31620" y="123444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91640" y="123444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51660" y="123444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0" y="123444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71700" y="123444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31720" y="123444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91740" y="123444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51760" y="123444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11780" y="123444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123444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31820" y="123444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123444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51860" y="123444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11880" y="123444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71900" y="123444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31920" y="123444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91940" y="123444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134416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500" y="134416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134416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1540" y="134416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1560" y="134416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11580" y="134416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71600" y="134416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31620" y="134416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91640" y="134416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51660" y="134416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11680" y="134416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71700" y="134416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31720" y="134416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491740" y="134416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51760" y="134416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811780" y="134416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71800" y="134416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31820" y="134416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91840" y="134416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51860" y="134416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11880" y="134416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771900" y="134416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931920" y="134416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091940" y="134416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1480" y="145389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71500" y="145389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0" y="145389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91540" y="145389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51560" y="145389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211580" y="145389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371600" y="145389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531620" y="145389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691640" y="145389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851660" y="145389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011680" y="145389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171700" y="145389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31720" y="145389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491740" y="145389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651760" y="145389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811780" y="145389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971800" y="145389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131820" y="145389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91840" y="145389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451860" y="145389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611880" y="145389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771900" y="145389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931920" y="145389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091940" y="145389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11480" y="156362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1500" y="156362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31520" y="156362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91540" y="156362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51560" y="156362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211580" y="156362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371600" y="156362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531620" y="156362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691640" y="156362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851660" y="156362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011680" y="156362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171700" y="156362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331720" y="156362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491740" y="156362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651760" y="156362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811780" y="156362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971800" y="156362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131820" y="156362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291840" y="156362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451860" y="156362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611880" y="156362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771900" y="156362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931920" y="156362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091940" y="156362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11480" y="167335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71500" y="167335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31520" y="167335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91540" y="167335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51560" y="167335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211580" y="167335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371600" y="167335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531620" y="1673352"/>
            <a:ext cx="160020" cy="109728"/>
          </a:xfrm>
          <a:prstGeom prst="rect">
            <a:avLst/>
          </a:prstGeom>
          <a:solidFill>
            <a:srgbClr val="96B9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691640" y="1673352"/>
            <a:ext cx="160020" cy="109728"/>
          </a:xfrm>
          <a:prstGeom prst="rect">
            <a:avLst/>
          </a:prstGeom>
          <a:solidFill>
            <a:srgbClr val="7EAD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851660" y="1673352"/>
            <a:ext cx="160020" cy="109728"/>
          </a:xfrm>
          <a:prstGeom prst="rect">
            <a:avLst/>
          </a:prstGeom>
          <a:solidFill>
            <a:srgbClr val="70A6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011680" y="1673352"/>
            <a:ext cx="160020" cy="109728"/>
          </a:xfrm>
          <a:prstGeom prst="rect">
            <a:avLst/>
          </a:prstGeom>
          <a:solidFill>
            <a:srgbClr val="70A6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171700" y="1673352"/>
            <a:ext cx="160020" cy="109728"/>
          </a:xfrm>
          <a:prstGeom prst="rect">
            <a:avLst/>
          </a:prstGeom>
          <a:solidFill>
            <a:srgbClr val="7EAD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331720" y="1673352"/>
            <a:ext cx="160020" cy="109728"/>
          </a:xfrm>
          <a:prstGeom prst="rect">
            <a:avLst/>
          </a:prstGeom>
          <a:solidFill>
            <a:srgbClr val="96B9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491740" y="167335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651760" y="167335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811780" y="167335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971800" y="167335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131820" y="167335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291840" y="167335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451860" y="167335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611880" y="167335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771900" y="167335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3931920" y="167335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091940" y="167335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11480" y="178308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71500" y="178308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31520" y="178308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91540" y="178308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51560" y="178308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211580" y="178308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371600" y="1783080"/>
            <a:ext cx="160020" cy="109728"/>
          </a:xfrm>
          <a:prstGeom prst="rect">
            <a:avLst/>
          </a:prstGeom>
          <a:solidFill>
            <a:srgbClr val="94B8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531620" y="1783080"/>
            <a:ext cx="160020" cy="109728"/>
          </a:xfrm>
          <a:prstGeom prst="rect">
            <a:avLst/>
          </a:prstGeom>
          <a:solidFill>
            <a:srgbClr val="5699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691640" y="1783080"/>
            <a:ext cx="160020" cy="109728"/>
          </a:xfrm>
          <a:prstGeom prst="rect">
            <a:avLst/>
          </a:prstGeom>
          <a:solidFill>
            <a:srgbClr val="2681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851660" y="1783080"/>
            <a:ext cx="160020" cy="109728"/>
          </a:xfrm>
          <a:prstGeom prst="rect">
            <a:avLst/>
          </a:prstGeom>
          <a:solidFill>
            <a:srgbClr val="0E75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011680" y="1783080"/>
            <a:ext cx="160020" cy="109728"/>
          </a:xfrm>
          <a:prstGeom prst="rect">
            <a:avLst/>
          </a:prstGeom>
          <a:solidFill>
            <a:srgbClr val="0E75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171700" y="1783080"/>
            <a:ext cx="160020" cy="109728"/>
          </a:xfrm>
          <a:prstGeom prst="rect">
            <a:avLst/>
          </a:prstGeom>
          <a:solidFill>
            <a:srgbClr val="2681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331720" y="1783080"/>
            <a:ext cx="160020" cy="109728"/>
          </a:xfrm>
          <a:prstGeom prst="rect">
            <a:avLst/>
          </a:prstGeom>
          <a:solidFill>
            <a:srgbClr val="5699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491740" y="1783080"/>
            <a:ext cx="160020" cy="109728"/>
          </a:xfrm>
          <a:prstGeom prst="rect">
            <a:avLst/>
          </a:prstGeom>
          <a:solidFill>
            <a:srgbClr val="94B8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651760" y="178308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811780" y="178308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971800" y="178308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131820" y="178308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291840" y="178308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451860" y="178308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611880" y="178308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771900" y="178308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931920" y="178308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4091940" y="178308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411480" y="189280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71500" y="189280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31520" y="189280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91540" y="189280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51560" y="189280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211580" y="189280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371600" y="1892808"/>
            <a:ext cx="160020" cy="109728"/>
          </a:xfrm>
          <a:prstGeom prst="rect">
            <a:avLst/>
          </a:prstGeom>
          <a:solidFill>
            <a:srgbClr val="76A9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531620" y="1892808"/>
            <a:ext cx="160020" cy="109728"/>
          </a:xfrm>
          <a:prstGeom prst="rect">
            <a:avLst/>
          </a:prstGeom>
          <a:solidFill>
            <a:srgbClr val="1E7D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691640" y="1892808"/>
            <a:ext cx="160020" cy="109728"/>
          </a:xfrm>
          <a:prstGeom prst="rect">
            <a:avLst/>
          </a:prstGeom>
          <a:solidFill>
            <a:srgbClr val="005B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851660" y="1892808"/>
            <a:ext cx="160020" cy="109728"/>
          </a:xfrm>
          <a:prstGeom prst="rect">
            <a:avLst/>
          </a:prstGeom>
          <a:solidFill>
            <a:srgbClr val="004A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2011680" y="1892808"/>
            <a:ext cx="160020" cy="109728"/>
          </a:xfrm>
          <a:prstGeom prst="rect">
            <a:avLst/>
          </a:prstGeom>
          <a:solidFill>
            <a:srgbClr val="004A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2171700" y="1892808"/>
            <a:ext cx="160020" cy="109728"/>
          </a:xfrm>
          <a:prstGeom prst="rect">
            <a:avLst/>
          </a:prstGeom>
          <a:solidFill>
            <a:srgbClr val="005B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331720" y="1892808"/>
            <a:ext cx="160020" cy="109728"/>
          </a:xfrm>
          <a:prstGeom prst="rect">
            <a:avLst/>
          </a:prstGeom>
          <a:solidFill>
            <a:srgbClr val="1E7D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491740" y="1892808"/>
            <a:ext cx="160020" cy="109728"/>
          </a:xfrm>
          <a:prstGeom prst="rect">
            <a:avLst/>
          </a:prstGeom>
          <a:solidFill>
            <a:srgbClr val="76A9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651760" y="189280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2811780" y="189280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2971800" y="189280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3131820" y="189280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3291840" y="189280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451860" y="189280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3611880" y="189280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3771900" y="189280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3931920" y="189280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4091940" y="189280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411480" y="200253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71500" y="200253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731520" y="200253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91540" y="200253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051560" y="200253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211580" y="200253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371600" y="2002536"/>
            <a:ext cx="160020" cy="109728"/>
          </a:xfrm>
          <a:prstGeom prst="rect">
            <a:avLst/>
          </a:prstGeom>
          <a:solidFill>
            <a:srgbClr val="609E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531620" y="2002536"/>
            <a:ext cx="160020" cy="109728"/>
          </a:xfrm>
          <a:prstGeom prst="rect">
            <a:avLst/>
          </a:prstGeom>
          <a:solidFill>
            <a:srgbClr val="0067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691640" y="2002536"/>
            <a:ext cx="160020" cy="109728"/>
          </a:xfrm>
          <a:prstGeom prst="rect">
            <a:avLst/>
          </a:prstGeom>
          <a:solidFill>
            <a:srgbClr val="003F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851660" y="2002536"/>
            <a:ext cx="160020" cy="109728"/>
          </a:xfrm>
          <a:prstGeom prst="rect">
            <a:avLst/>
          </a:prstGeom>
          <a:solidFill>
            <a:srgbClr val="0029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2011680" y="2002536"/>
            <a:ext cx="160020" cy="109728"/>
          </a:xfrm>
          <a:prstGeom prst="rect">
            <a:avLst/>
          </a:prstGeom>
          <a:solidFill>
            <a:srgbClr val="0029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2171700" y="2002536"/>
            <a:ext cx="160020" cy="109728"/>
          </a:xfrm>
          <a:prstGeom prst="rect">
            <a:avLst/>
          </a:prstGeom>
          <a:solidFill>
            <a:srgbClr val="003E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2331720" y="2002536"/>
            <a:ext cx="160020" cy="109728"/>
          </a:xfrm>
          <a:prstGeom prst="rect">
            <a:avLst/>
          </a:prstGeom>
          <a:solidFill>
            <a:srgbClr val="0067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2491740" y="2002536"/>
            <a:ext cx="160020" cy="109728"/>
          </a:xfrm>
          <a:prstGeom prst="rect">
            <a:avLst/>
          </a:prstGeom>
          <a:solidFill>
            <a:srgbClr val="609E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2651760" y="200253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2811780" y="200253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2971800" y="200253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3131820" y="200253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3291840" y="200253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3451860" y="200253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3611880" y="200253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3771900" y="200253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3931920" y="200253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4091940" y="200253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411480" y="211226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571500" y="211226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31520" y="211226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891540" y="211226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1051560" y="211226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211580" y="211226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371600" y="2112264"/>
            <a:ext cx="160020" cy="109728"/>
          </a:xfrm>
          <a:prstGeom prst="rect">
            <a:avLst/>
          </a:prstGeom>
          <a:solidFill>
            <a:srgbClr val="5297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531620" y="2112264"/>
            <a:ext cx="160020" cy="109728"/>
          </a:xfrm>
          <a:prstGeom prst="rect">
            <a:avLst/>
          </a:prstGeom>
          <a:solidFill>
            <a:srgbClr val="005A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691640" y="2112264"/>
            <a:ext cx="160020" cy="109728"/>
          </a:xfrm>
          <a:prstGeom prst="rect">
            <a:avLst/>
          </a:prstGeom>
          <a:solidFill>
            <a:srgbClr val="002C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851660" y="2112264"/>
            <a:ext cx="160020" cy="109728"/>
          </a:xfrm>
          <a:prstGeom prst="rect">
            <a:avLst/>
          </a:prstGeom>
          <a:solidFill>
            <a:srgbClr val="0014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2011680" y="2112264"/>
            <a:ext cx="160020" cy="109728"/>
          </a:xfrm>
          <a:prstGeom prst="rect">
            <a:avLst/>
          </a:prstGeom>
          <a:solidFill>
            <a:srgbClr val="0014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2171700" y="2112264"/>
            <a:ext cx="160020" cy="109728"/>
          </a:xfrm>
          <a:prstGeom prst="rect">
            <a:avLst/>
          </a:prstGeom>
          <a:solidFill>
            <a:srgbClr val="002C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2331720" y="2112264"/>
            <a:ext cx="160020" cy="109728"/>
          </a:xfrm>
          <a:prstGeom prst="rect">
            <a:avLst/>
          </a:prstGeom>
          <a:solidFill>
            <a:srgbClr val="005A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2491740" y="2112264"/>
            <a:ext cx="160020" cy="109728"/>
          </a:xfrm>
          <a:prstGeom prst="rect">
            <a:avLst/>
          </a:prstGeom>
          <a:solidFill>
            <a:srgbClr val="5297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2651760" y="211226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2811780" y="211226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2971800" y="211226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3131820" y="211226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3291840" y="211226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3451860" y="211226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3611880" y="211226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3771900" y="211226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3931920" y="211226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4091940" y="211226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411480" y="222199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571500" y="222199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31520" y="222199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91540" y="222199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051560" y="222199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211580" y="222199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371600" y="2221992"/>
            <a:ext cx="160020" cy="109728"/>
          </a:xfrm>
          <a:prstGeom prst="rect">
            <a:avLst/>
          </a:prstGeom>
          <a:solidFill>
            <a:srgbClr val="4C94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531620" y="2221992"/>
            <a:ext cx="160020" cy="109728"/>
          </a:xfrm>
          <a:prstGeom prst="rect">
            <a:avLst/>
          </a:prstGeom>
          <a:solidFill>
            <a:srgbClr val="0055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691640" y="2221992"/>
            <a:ext cx="160020" cy="109728"/>
          </a:xfrm>
          <a:prstGeom prst="rect">
            <a:avLst/>
          </a:prstGeom>
          <a:solidFill>
            <a:srgbClr val="0026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851660" y="2221992"/>
            <a:ext cx="160020" cy="109728"/>
          </a:xfrm>
          <a:prstGeom prst="rect">
            <a:avLst/>
          </a:prstGeom>
          <a:solidFill>
            <a:srgbClr val="0014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2011680" y="2221992"/>
            <a:ext cx="160020" cy="109728"/>
          </a:xfrm>
          <a:prstGeom prst="rect">
            <a:avLst/>
          </a:prstGeom>
          <a:solidFill>
            <a:srgbClr val="0014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2171700" y="2221992"/>
            <a:ext cx="160020" cy="109728"/>
          </a:xfrm>
          <a:prstGeom prst="rect">
            <a:avLst/>
          </a:prstGeom>
          <a:solidFill>
            <a:srgbClr val="0026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2331720" y="2221992"/>
            <a:ext cx="160020" cy="109728"/>
          </a:xfrm>
          <a:prstGeom prst="rect">
            <a:avLst/>
          </a:prstGeom>
          <a:solidFill>
            <a:srgbClr val="0055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2491740" y="2221992"/>
            <a:ext cx="160020" cy="109728"/>
          </a:xfrm>
          <a:prstGeom prst="rect">
            <a:avLst/>
          </a:prstGeom>
          <a:solidFill>
            <a:srgbClr val="4C94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2651760" y="222199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2811780" y="222199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2971800" y="222199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3131820" y="222199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3291840" y="222199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3451860" y="222199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3611880" y="222199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3771900" y="222199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3931920" y="222199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4091940" y="222199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411480" y="233172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571500" y="233172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731520" y="233172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91540" y="233172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1051560" y="233172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1211580" y="233172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1371600" y="2331720"/>
            <a:ext cx="160020" cy="109728"/>
          </a:xfrm>
          <a:prstGeom prst="rect">
            <a:avLst/>
          </a:prstGeom>
          <a:solidFill>
            <a:srgbClr val="5297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1531620" y="2331720"/>
            <a:ext cx="160020" cy="109728"/>
          </a:xfrm>
          <a:prstGeom prst="rect">
            <a:avLst/>
          </a:prstGeom>
          <a:solidFill>
            <a:srgbClr val="005A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1691640" y="2331720"/>
            <a:ext cx="160020" cy="109728"/>
          </a:xfrm>
          <a:prstGeom prst="rect">
            <a:avLst/>
          </a:prstGeom>
          <a:solidFill>
            <a:srgbClr val="002C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1851660" y="2331720"/>
            <a:ext cx="160020" cy="109728"/>
          </a:xfrm>
          <a:prstGeom prst="rect">
            <a:avLst/>
          </a:prstGeom>
          <a:solidFill>
            <a:srgbClr val="0014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2011680" y="2331720"/>
            <a:ext cx="160020" cy="109728"/>
          </a:xfrm>
          <a:prstGeom prst="rect">
            <a:avLst/>
          </a:prstGeom>
          <a:solidFill>
            <a:srgbClr val="0014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2171700" y="2331720"/>
            <a:ext cx="160020" cy="109728"/>
          </a:xfrm>
          <a:prstGeom prst="rect">
            <a:avLst/>
          </a:prstGeom>
          <a:solidFill>
            <a:srgbClr val="002C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2331720" y="2331720"/>
            <a:ext cx="160020" cy="109728"/>
          </a:xfrm>
          <a:prstGeom prst="rect">
            <a:avLst/>
          </a:prstGeom>
          <a:solidFill>
            <a:srgbClr val="005A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2491740" y="2331720"/>
            <a:ext cx="160020" cy="109728"/>
          </a:xfrm>
          <a:prstGeom prst="rect">
            <a:avLst/>
          </a:prstGeom>
          <a:solidFill>
            <a:srgbClr val="5297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2651760" y="233172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2811780" y="233172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2971800" y="233172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3131820" y="233172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3291840" y="233172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3451860" y="233172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3611880" y="233172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3771900" y="233172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3931920" y="233172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4091940" y="233172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411480" y="244144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571500" y="244144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731520" y="244144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891540" y="244144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1051560" y="244144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1211580" y="244144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1371600" y="2441448"/>
            <a:ext cx="160020" cy="109728"/>
          </a:xfrm>
          <a:prstGeom prst="rect">
            <a:avLst/>
          </a:prstGeom>
          <a:solidFill>
            <a:srgbClr val="609E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1531620" y="2441448"/>
            <a:ext cx="160020" cy="109728"/>
          </a:xfrm>
          <a:prstGeom prst="rect">
            <a:avLst/>
          </a:prstGeom>
          <a:solidFill>
            <a:srgbClr val="0067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1691640" y="2441448"/>
            <a:ext cx="160020" cy="109728"/>
          </a:xfrm>
          <a:prstGeom prst="rect">
            <a:avLst/>
          </a:prstGeom>
          <a:solidFill>
            <a:srgbClr val="003E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1851660" y="2441448"/>
            <a:ext cx="160020" cy="109728"/>
          </a:xfrm>
          <a:prstGeom prst="rect">
            <a:avLst/>
          </a:prstGeom>
          <a:solidFill>
            <a:srgbClr val="0029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2011680" y="2441448"/>
            <a:ext cx="160020" cy="109728"/>
          </a:xfrm>
          <a:prstGeom prst="rect">
            <a:avLst/>
          </a:prstGeom>
          <a:solidFill>
            <a:srgbClr val="0029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2171700" y="2441448"/>
            <a:ext cx="160020" cy="109728"/>
          </a:xfrm>
          <a:prstGeom prst="rect">
            <a:avLst/>
          </a:prstGeom>
          <a:solidFill>
            <a:srgbClr val="003E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2331720" y="2441448"/>
            <a:ext cx="160020" cy="109728"/>
          </a:xfrm>
          <a:prstGeom prst="rect">
            <a:avLst/>
          </a:prstGeom>
          <a:solidFill>
            <a:srgbClr val="0067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2491740" y="2441448"/>
            <a:ext cx="160020" cy="109728"/>
          </a:xfrm>
          <a:prstGeom prst="rect">
            <a:avLst/>
          </a:prstGeom>
          <a:solidFill>
            <a:srgbClr val="609E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2651760" y="244144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2811780" y="244144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2971800" y="244144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3131820" y="244144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3291840" y="244144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3451860" y="244144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3611880" y="244144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3771900" y="244144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3931920" y="244144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4091940" y="244144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411480" y="255117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571500" y="255117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731520" y="255117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891540" y="255117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1051560" y="255117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1211580" y="255117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1371600" y="2551176"/>
            <a:ext cx="160020" cy="109728"/>
          </a:xfrm>
          <a:prstGeom prst="rect">
            <a:avLst/>
          </a:prstGeom>
          <a:solidFill>
            <a:srgbClr val="76A9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1531620" y="2551176"/>
            <a:ext cx="160020" cy="109728"/>
          </a:xfrm>
          <a:prstGeom prst="rect">
            <a:avLst/>
          </a:prstGeom>
          <a:solidFill>
            <a:srgbClr val="1E7D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1691640" y="2551176"/>
            <a:ext cx="160020" cy="109728"/>
          </a:xfrm>
          <a:prstGeom prst="rect">
            <a:avLst/>
          </a:prstGeom>
          <a:solidFill>
            <a:srgbClr val="005B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1851660" y="2551176"/>
            <a:ext cx="160020" cy="109728"/>
          </a:xfrm>
          <a:prstGeom prst="rect">
            <a:avLst/>
          </a:prstGeom>
          <a:solidFill>
            <a:srgbClr val="004A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2011680" y="2551176"/>
            <a:ext cx="160020" cy="109728"/>
          </a:xfrm>
          <a:prstGeom prst="rect">
            <a:avLst/>
          </a:prstGeom>
          <a:solidFill>
            <a:srgbClr val="004A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2171700" y="2551176"/>
            <a:ext cx="160020" cy="109728"/>
          </a:xfrm>
          <a:prstGeom prst="rect">
            <a:avLst/>
          </a:prstGeom>
          <a:solidFill>
            <a:srgbClr val="005B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2331720" y="2551176"/>
            <a:ext cx="160020" cy="109728"/>
          </a:xfrm>
          <a:prstGeom prst="rect">
            <a:avLst/>
          </a:prstGeom>
          <a:solidFill>
            <a:srgbClr val="1E7D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2491740" y="2551176"/>
            <a:ext cx="160020" cy="109728"/>
          </a:xfrm>
          <a:prstGeom prst="rect">
            <a:avLst/>
          </a:prstGeom>
          <a:solidFill>
            <a:srgbClr val="76A9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2651760" y="255117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2811780" y="255117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2971800" y="255117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3131820" y="255117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3291840" y="255117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3451860" y="255117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3611880" y="255117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3771900" y="255117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3931920" y="255117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4091940" y="255117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411480" y="266090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571500" y="266090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731520" y="266090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891540" y="266090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051560" y="266090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211580" y="266090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371600" y="2660904"/>
            <a:ext cx="160020" cy="109728"/>
          </a:xfrm>
          <a:prstGeom prst="rect">
            <a:avLst/>
          </a:prstGeom>
          <a:solidFill>
            <a:srgbClr val="94B8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531620" y="2660904"/>
            <a:ext cx="160020" cy="109728"/>
          </a:xfrm>
          <a:prstGeom prst="rect">
            <a:avLst/>
          </a:prstGeom>
          <a:solidFill>
            <a:srgbClr val="5699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691640" y="2660904"/>
            <a:ext cx="160020" cy="109728"/>
          </a:xfrm>
          <a:prstGeom prst="rect">
            <a:avLst/>
          </a:prstGeom>
          <a:solidFill>
            <a:srgbClr val="2681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851660" y="2660904"/>
            <a:ext cx="160020" cy="109728"/>
          </a:xfrm>
          <a:prstGeom prst="rect">
            <a:avLst/>
          </a:prstGeom>
          <a:solidFill>
            <a:srgbClr val="0E75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2011680" y="2660904"/>
            <a:ext cx="160020" cy="109728"/>
          </a:xfrm>
          <a:prstGeom prst="rect">
            <a:avLst/>
          </a:prstGeom>
          <a:solidFill>
            <a:srgbClr val="0E75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2171700" y="2660904"/>
            <a:ext cx="160020" cy="109728"/>
          </a:xfrm>
          <a:prstGeom prst="rect">
            <a:avLst/>
          </a:prstGeom>
          <a:solidFill>
            <a:srgbClr val="2681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2331720" y="2660904"/>
            <a:ext cx="160020" cy="109728"/>
          </a:xfrm>
          <a:prstGeom prst="rect">
            <a:avLst/>
          </a:prstGeom>
          <a:solidFill>
            <a:srgbClr val="5699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2491740" y="2660904"/>
            <a:ext cx="160020" cy="109728"/>
          </a:xfrm>
          <a:prstGeom prst="rect">
            <a:avLst/>
          </a:prstGeom>
          <a:solidFill>
            <a:srgbClr val="94B8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2651760" y="266090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2811780" y="266090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2971800" y="266090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3131820" y="266090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3291840" y="266090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3451860" y="266090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3611880" y="266090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3771900" y="266090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3931920" y="266090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4091940" y="266090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411480" y="277063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571500" y="277063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731520" y="277063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891540" y="277063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1051560" y="277063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1211580" y="277063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1371600" y="277063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1531620" y="2770632"/>
            <a:ext cx="160020" cy="109728"/>
          </a:xfrm>
          <a:prstGeom prst="rect">
            <a:avLst/>
          </a:prstGeom>
          <a:solidFill>
            <a:srgbClr val="96B9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1691640" y="2770632"/>
            <a:ext cx="160020" cy="109728"/>
          </a:xfrm>
          <a:prstGeom prst="rect">
            <a:avLst/>
          </a:prstGeom>
          <a:solidFill>
            <a:srgbClr val="7EAD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1851660" y="2770632"/>
            <a:ext cx="160020" cy="109728"/>
          </a:xfrm>
          <a:prstGeom prst="rect">
            <a:avLst/>
          </a:prstGeom>
          <a:solidFill>
            <a:srgbClr val="70A6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2011680" y="2770632"/>
            <a:ext cx="160020" cy="109728"/>
          </a:xfrm>
          <a:prstGeom prst="rect">
            <a:avLst/>
          </a:prstGeom>
          <a:solidFill>
            <a:srgbClr val="70A6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2171700" y="2770632"/>
            <a:ext cx="160020" cy="109728"/>
          </a:xfrm>
          <a:prstGeom prst="rect">
            <a:avLst/>
          </a:prstGeom>
          <a:solidFill>
            <a:srgbClr val="7EAD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2331720" y="2770632"/>
            <a:ext cx="160020" cy="109728"/>
          </a:xfrm>
          <a:prstGeom prst="rect">
            <a:avLst/>
          </a:prstGeom>
          <a:solidFill>
            <a:srgbClr val="96B9FF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2491740" y="277063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2651760" y="277063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2811780" y="277063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2971800" y="277063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3131820" y="277063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3291840" y="277063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3451860" y="277063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3611880" y="277063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3771900" y="277063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3931920" y="277063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4091940" y="277063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411480" y="288036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571500" y="288036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731520" y="288036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891540" y="288036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1051560" y="288036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1211580" y="288036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1371600" y="288036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1531620" y="288036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1691640" y="288036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1851660" y="288036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2011680" y="288036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2171700" y="288036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2331720" y="288036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2491740" y="288036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2651760" y="288036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2811780" y="288036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2971800" y="288036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3131820" y="288036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3291840" y="288036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3451860" y="288036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3611880" y="288036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3771900" y="288036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3931920" y="288036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4091940" y="2880360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411480" y="299008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571500" y="299008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731520" y="299008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891540" y="299008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1051560" y="299008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1211580" y="299008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1371600" y="299008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1531620" y="299008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1691640" y="299008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1851660" y="299008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2011680" y="299008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2171700" y="299008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2331720" y="299008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2491740" y="299008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2651760" y="299008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2811780" y="299008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2971800" y="299008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3131820" y="299008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3291840" y="299008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3451860" y="299008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3611880" y="299008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3771900" y="299008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3931920" y="299008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4091940" y="2990088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411480" y="309981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571500" y="309981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731520" y="309981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891540" y="309981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1051560" y="309981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1211580" y="309981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1371600" y="309981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1531620" y="309981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1691640" y="309981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1851660" y="309981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2011680" y="309981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>
            <a:off x="2171700" y="309981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2331720" y="309981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2491740" y="309981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2651760" y="309981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2811780" y="309981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>
            <a:off x="2971800" y="309981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>
            <a:off x="3131820" y="309981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3291840" y="309981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>
            <a:off x="3451860" y="309981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>
            <a:off x="3611880" y="309981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>
            <a:off x="3771900" y="309981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>
            <a:off x="3931920" y="309981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4091940" y="3099816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>
            <a:off x="411480" y="320954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571500" y="320954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>
            <a:off x="731520" y="320954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>
            <a:off x="891540" y="320954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1051560" y="320954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1211580" y="320954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1371600" y="320954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1531620" y="320954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1691640" y="320954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1851660" y="320954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2011680" y="320954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2171700" y="320954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2331720" y="320954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2491740" y="320954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2651760" y="320954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2811780" y="320954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2971800" y="320954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3131820" y="320954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3291840" y="320954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3451860" y="320954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3611880" y="320954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>
            <a:off x="3771900" y="320954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3931920" y="320954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4091940" y="3209544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411480" y="331927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>
            <a:off x="571500" y="331927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>
            <a:off x="731520" y="331927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>
            <a:off x="891540" y="331927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1051560" y="331927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1211580" y="331927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1371600" y="331927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>
            <a:off x="1531620" y="331927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>
            <a:off x="1691640" y="331927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1851660" y="331927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2011680" y="331927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2171700" y="331927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2331720" y="331927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>
            <a:off x="2491740" y="331927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2651760" y="331927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>
            <a:off x="2811780" y="331927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2971800" y="331927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>
            <a:off x="3131820" y="331927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3291840" y="331927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3451860" y="331927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>
            <a:off x="3611880" y="331927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>
            <a:off x="3771900" y="331927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3931920" y="331927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>
            <a:off x="4091940" y="3319272"/>
            <a:ext cx="160020" cy="109728"/>
          </a:xfrm>
          <a:prstGeom prst="rect">
            <a:avLst/>
          </a:prstGeom>
          <a:solidFill>
            <a:srgbClr val="F0E8D5"/>
          </a:solidFill>
          <a:ln w="3810">
            <a:solidFill>
              <a:srgbClr val="C8A882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411480" y="1234440"/>
            <a:ext cx="3840480" cy="219456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2D1B00"/>
            </a:solidFill>
            <a:prstDash val="solid"/>
          </a:ln>
        </p:spPr>
      </p:sp>
      <p:sp>
        <p:nvSpPr>
          <p:cNvPr id="487" name="Text 485"/>
          <p:cNvSpPr/>
          <p:nvPr/>
        </p:nvSpPr>
        <p:spPr>
          <a:xfrm>
            <a:off x="411480" y="3502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Zeit →</a:t>
            </a:r>
            <a:endParaRPr lang="en-US" sz="1100" dirty="0"/>
          </a:p>
        </p:txBody>
      </p:sp>
      <p:sp>
        <p:nvSpPr>
          <p:cNvPr id="488" name="Text 486"/>
          <p:cNvSpPr/>
          <p:nvPr/>
        </p:nvSpPr>
        <p:spPr>
          <a:xfrm rot="16200000">
            <a:off x="-27432" y="1508760"/>
            <a:ext cx="4389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Trials ↓</a:t>
            </a:r>
            <a:endParaRPr lang="en-US" sz="1300" dirty="0"/>
          </a:p>
        </p:txBody>
      </p:sp>
      <p:sp>
        <p:nvSpPr>
          <p:cNvPr id="489" name="Text 487"/>
          <p:cNvSpPr/>
          <p:nvPr/>
        </p:nvSpPr>
        <p:spPr>
          <a:xfrm>
            <a:off x="4279392" y="22860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→</a:t>
            </a:r>
            <a:endParaRPr lang="en-US" sz="3600" dirty="0"/>
          </a:p>
        </p:txBody>
      </p:sp>
      <p:sp>
        <p:nvSpPr>
          <p:cNvPr id="490" name="Shape 488"/>
          <p:cNvSpPr/>
          <p:nvPr/>
        </p:nvSpPr>
        <p:spPr>
          <a:xfrm>
            <a:off x="4892040" y="1234440"/>
            <a:ext cx="3931920" cy="1188720"/>
          </a:xfrm>
          <a:prstGeom prst="rect">
            <a:avLst/>
          </a:prstGeom>
          <a:solidFill>
            <a:srgbClr val="FFF59D"/>
          </a:solidFill>
          <a:ln w="12700">
            <a:solidFill>
              <a:srgbClr val="FFF59D"/>
            </a:solidFill>
            <a:prstDash val="solid"/>
          </a:ln>
          <a:effectLst>
            <a:outerShdw sx="100000" sy="100000" kx="0" ky="0" algn="bl" rotWithShape="0" blurRad="101600" dist="50800" dir="8400000">
              <a:srgbClr val="4A2800">
                <a:alpha val="25000"/>
              </a:srgbClr>
            </a:outerShdw>
          </a:effectLst>
        </p:spPr>
      </p:sp>
      <p:sp>
        <p:nvSpPr>
          <p:cNvPr id="491" name="Shape 489"/>
          <p:cNvSpPr/>
          <p:nvPr/>
        </p:nvSpPr>
        <p:spPr>
          <a:xfrm>
            <a:off x="6583680" y="1225296"/>
            <a:ext cx="822960" cy="347472"/>
          </a:xfrm>
          <a:prstGeom prst="rect">
            <a:avLst/>
          </a:prstGeom>
          <a:solidFill>
            <a:srgbClr val="EDE0CC">
              <a:alpha val="80000"/>
            </a:srgbClr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492" name="Text 490"/>
          <p:cNvSpPr/>
          <p:nvPr/>
        </p:nvSpPr>
        <p:spPr>
          <a:xfrm>
            <a:off x="5001768" y="1298448"/>
            <a:ext cx="3712464" cy="105156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Jede Zeile</a:t>
            </a:r>
            <a:pPr indent="0" marL="0">
              <a:buNone/>
            </a:pPr>
            <a:r>
              <a:rPr lang="en-US" sz="1400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= ein Trial
</a:t>
            </a:r>
            <a:pPr indent="0" marL="0">
              <a:buNone/>
            </a:pPr>
            <a:r>
              <a:rPr lang="en-US" sz="1400" b="1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Jede Spalte</a:t>
            </a:r>
            <a:pPr indent="0" marL="0">
              <a:buNone/>
            </a:pPr>
            <a:r>
              <a:rPr lang="en-US" sz="1400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= ein Zeitpunkt
</a:t>
            </a:r>
            <a:pPr indent="0" marL="0">
              <a:buNone/>
            </a:pPr>
            <a:r>
              <a:rPr lang="en-US" sz="1400" b="1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Farbe</a:t>
            </a:r>
            <a:pPr indent="0" marL="0">
              <a:buNone/>
            </a:pPr>
            <a:r>
              <a:rPr lang="en-US" sz="1400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= Amplitude (µV)</a:t>
            </a:r>
            <a:endParaRPr lang="en-US" sz="1400" dirty="0"/>
          </a:p>
        </p:txBody>
      </p:sp>
      <p:sp>
        <p:nvSpPr>
          <p:cNvPr id="493" name="Shape 491"/>
          <p:cNvSpPr/>
          <p:nvPr/>
        </p:nvSpPr>
        <p:spPr>
          <a:xfrm>
            <a:off x="4892040" y="2606040"/>
            <a:ext cx="3931920" cy="1234440"/>
          </a:xfrm>
          <a:prstGeom prst="rect">
            <a:avLst/>
          </a:prstGeom>
          <a:solidFill>
            <a:srgbClr val="B3E5FC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50800" dir="8400000">
              <a:srgbClr val="4A2800">
                <a:alpha val="25000"/>
              </a:srgbClr>
            </a:outerShdw>
          </a:effectLst>
        </p:spPr>
      </p:sp>
      <p:sp>
        <p:nvSpPr>
          <p:cNvPr id="494" name="Shape 492"/>
          <p:cNvSpPr/>
          <p:nvPr/>
        </p:nvSpPr>
        <p:spPr>
          <a:xfrm>
            <a:off x="6583680" y="2596896"/>
            <a:ext cx="822960" cy="347472"/>
          </a:xfrm>
          <a:prstGeom prst="rect">
            <a:avLst/>
          </a:prstGeom>
          <a:solidFill>
            <a:srgbClr val="EDE0CC">
              <a:alpha val="80000"/>
            </a:srgbClr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495" name="Text 493"/>
          <p:cNvSpPr/>
          <p:nvPr/>
        </p:nvSpPr>
        <p:spPr>
          <a:xfrm>
            <a:off x="5001768" y="2670048"/>
            <a:ext cx="3712464" cy="10972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Das Ergebnis ist ein </a:t>
            </a:r>
            <a:pPr indent="0" marL="0">
              <a:buNone/>
            </a:pPr>
            <a:r>
              <a:rPr lang="en-US" sz="1500" b="1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2D-Bild</a:t>
            </a:r>
            <a:pPr indent="0" marL="0">
              <a:buNone/>
            </a:pPr>
            <a:r>
              <a:rPr lang="en-US" sz="1500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und genau das geht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1B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ins CNN!</a:t>
            </a:r>
            <a:endParaRPr lang="en-US" sz="1500" dirty="0"/>
          </a:p>
        </p:txBody>
      </p:sp>
      <p:sp>
        <p:nvSpPr>
          <p:cNvPr id="496" name="Shape 494"/>
          <p:cNvSpPr/>
          <p:nvPr/>
        </p:nvSpPr>
        <p:spPr>
          <a:xfrm>
            <a:off x="4892040" y="4005072"/>
            <a:ext cx="3931920" cy="886968"/>
          </a:xfrm>
          <a:prstGeom prst="rect">
            <a:avLst/>
          </a:prstGeom>
          <a:solidFill>
            <a:srgbClr val="DCEDC8"/>
          </a:solidFill>
          <a:ln w="12700">
            <a:solidFill>
              <a:srgbClr val="DCEDC8"/>
            </a:solidFill>
            <a:prstDash val="solid"/>
          </a:ln>
          <a:effectLst>
            <a:outerShdw sx="100000" sy="100000" kx="0" ky="0" algn="bl" rotWithShape="0" blurRad="101600" dist="50800" dir="8400000">
              <a:srgbClr val="4A2800">
                <a:alpha val="25000"/>
              </a:srgbClr>
            </a:outerShdw>
          </a:effectLst>
        </p:spPr>
      </p:sp>
      <p:sp>
        <p:nvSpPr>
          <p:cNvPr id="497" name="Shape 495"/>
          <p:cNvSpPr/>
          <p:nvPr/>
        </p:nvSpPr>
        <p:spPr>
          <a:xfrm>
            <a:off x="6583680" y="3995928"/>
            <a:ext cx="822960" cy="347472"/>
          </a:xfrm>
          <a:prstGeom prst="rect">
            <a:avLst/>
          </a:prstGeom>
          <a:solidFill>
            <a:srgbClr val="EDE0CC">
              <a:alpha val="80000"/>
            </a:srgbClr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498" name="Text 496"/>
          <p:cNvSpPr/>
          <p:nvPr/>
        </p:nvSpPr>
        <p:spPr>
          <a:xfrm>
            <a:off x="5001768" y="4023360"/>
            <a:ext cx="3712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Sigmoid-Muster erkennbar?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→ Ja / Nein  =  Input fürs CNN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EEG &amp; ERP — Eine Einführung</dc:title>
  <dc:subject>PptxGenJS Presentation</dc:subject>
  <dc:creator>PptxGenJS</dc:creator>
  <cp:lastModifiedBy>PptxGenJS</cp:lastModifiedBy>
  <cp:revision>1</cp:revision>
  <dcterms:created xsi:type="dcterms:W3CDTF">2026-03-11T16:29:49Z</dcterms:created>
  <dcterms:modified xsi:type="dcterms:W3CDTF">2026-03-11T16:29:49Z</dcterms:modified>
</cp:coreProperties>
</file>