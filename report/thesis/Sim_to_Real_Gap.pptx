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CORE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on simulated data — Testing on real EEG 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2560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SIMULATED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UnfoldSim.jl — 3-Layer CNN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  1.00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 1.00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on synthetic test set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21945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463040"/>
            <a:ext cx="73152" cy="2560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EEG 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6636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CORE P300 Dataset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  0.71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166360" y="2788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 0.66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16636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performance drop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learns simulation artifacts — not generalizable ERP patterns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APPROACHES THAT DID NOT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24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PARAMETER TUNING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463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Randomization, LHS, Monte Carlo, Two-Zone Mixture — varied simulation parameters systematically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54864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24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143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VARIANCE SCALING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1463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σ to 50 %, 100 %, 1000 % of μ — destroys signal structure at high variance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286000"/>
            <a:ext cx="54864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59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377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AUGMENTATION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augmentation modes on real data (flips, noise, crops) — marginal improvements only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86000"/>
            <a:ext cx="54864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359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12080" y="2377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MORPHOLOGICAL OPERATIONS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Erosion, dilation, opening, closing on ERP images — no measurable outcome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0440"/>
            <a:ext cx="54864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93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3611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SELF-SUPERVISED (SIMCLR)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Contrastive pre-training on unlabeled ERP images with ResNet-18 backbone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52044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520440"/>
            <a:ext cx="54864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593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12080" y="3611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DENSE NN + DIRECT SEARCH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network instead of CNN, combined with lowpass filter and parameter direct search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these closed the domain gap → Switch to real-data-only approach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Failed Approaches</dc:title>
  <dc:subject>PptxGenJS Presentation</dc:subject>
  <dc:creator>Benjamin Borchert</dc:creator>
  <cp:lastModifiedBy>Benjamin Borchert</cp:lastModifiedBy>
  <cp:revision>1</cp:revision>
  <dcterms:created xsi:type="dcterms:W3CDTF">2026-03-25T00:28:20Z</dcterms:created>
  <dcterms:modified xsi:type="dcterms:W3CDTF">2026-03-25T00:28:20Z</dcterms:modified>
</cp:coreProperties>
</file>